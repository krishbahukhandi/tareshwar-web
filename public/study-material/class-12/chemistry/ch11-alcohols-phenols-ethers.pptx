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6"/>
  </p:notesMasterIdLst>
  <p:sldIdLst>
    <p:sldId id="318" r:id="rId2"/>
    <p:sldId id="319" r:id="rId3"/>
    <p:sldId id="320" r:id="rId4"/>
    <p:sldId id="373" r:id="rId5"/>
    <p:sldId id="321" r:id="rId6"/>
    <p:sldId id="322" r:id="rId7"/>
    <p:sldId id="323" r:id="rId8"/>
    <p:sldId id="324" r:id="rId9"/>
    <p:sldId id="325" r:id="rId10"/>
    <p:sldId id="326" r:id="rId11"/>
    <p:sldId id="327" r:id="rId12"/>
    <p:sldId id="328" r:id="rId13"/>
    <p:sldId id="329" r:id="rId14"/>
    <p:sldId id="330" r:id="rId15"/>
    <p:sldId id="331" r:id="rId16"/>
    <p:sldId id="332" r:id="rId17"/>
    <p:sldId id="333" r:id="rId18"/>
    <p:sldId id="334" r:id="rId19"/>
    <p:sldId id="335" r:id="rId20"/>
    <p:sldId id="336" r:id="rId21"/>
    <p:sldId id="337" r:id="rId22"/>
    <p:sldId id="338" r:id="rId23"/>
    <p:sldId id="339" r:id="rId24"/>
    <p:sldId id="374" r:id="rId25"/>
    <p:sldId id="375" r:id="rId26"/>
    <p:sldId id="376" r:id="rId27"/>
    <p:sldId id="343" r:id="rId28"/>
    <p:sldId id="344" r:id="rId29"/>
    <p:sldId id="377" r:id="rId30"/>
    <p:sldId id="378" r:id="rId31"/>
    <p:sldId id="345" r:id="rId32"/>
    <p:sldId id="347" r:id="rId33"/>
    <p:sldId id="346" r:id="rId34"/>
    <p:sldId id="379" r:id="rId3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0066"/>
    <a:srgbClr val="FF9900"/>
    <a:srgbClr val="EAEAEA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9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651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B01CFC0-71F1-4497-B63C-9044B9E0B77B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2BE9C39-8AF7-4A37-AEBE-FE844F02A450}">
      <dgm:prSet phldrT="[Text]"/>
      <dgm:spPr/>
      <dgm:t>
        <a:bodyPr/>
        <a:lstStyle/>
        <a:p>
          <a:r>
            <a:rPr lang="en-US" dirty="0"/>
            <a:t>Alcohol- Hydroxyl group attached to alkyl or aryl group.</a:t>
          </a:r>
        </a:p>
      </dgm:t>
    </dgm:pt>
    <dgm:pt modelId="{751F6B58-010B-4E0B-943A-66280D76C356}" type="parTrans" cxnId="{89921A4D-7943-4724-9310-65F46B7254FC}">
      <dgm:prSet/>
      <dgm:spPr/>
      <dgm:t>
        <a:bodyPr/>
        <a:lstStyle/>
        <a:p>
          <a:endParaRPr lang="en-US"/>
        </a:p>
      </dgm:t>
    </dgm:pt>
    <dgm:pt modelId="{792F0836-0010-4F13-B222-4E06FDA161A5}" type="sibTrans" cxnId="{89921A4D-7943-4724-9310-65F46B7254FC}">
      <dgm:prSet/>
      <dgm:spPr/>
      <dgm:t>
        <a:bodyPr/>
        <a:lstStyle/>
        <a:p>
          <a:endParaRPr lang="en-US"/>
        </a:p>
      </dgm:t>
    </dgm:pt>
    <dgm:pt modelId="{815DAEBA-E07E-49C9-84CA-4D7EFD7981FF}">
      <dgm:prSet phldrT="[Text]"/>
      <dgm:spPr/>
      <dgm:t>
        <a:bodyPr/>
        <a:lstStyle/>
        <a:p>
          <a:r>
            <a:rPr lang="en-US" dirty="0"/>
            <a:t>Phenols – OH is attached to aromatic ring (aryl group)</a:t>
          </a:r>
        </a:p>
      </dgm:t>
    </dgm:pt>
    <dgm:pt modelId="{6667A0F5-D5F9-43E2-BB86-EBA5291B913F}" type="parTrans" cxnId="{9AD9DE7B-32B9-498B-AEA4-E24275F189E0}">
      <dgm:prSet/>
      <dgm:spPr/>
      <dgm:t>
        <a:bodyPr/>
        <a:lstStyle/>
        <a:p>
          <a:endParaRPr lang="en-US"/>
        </a:p>
      </dgm:t>
    </dgm:pt>
    <dgm:pt modelId="{0C23702A-E02C-4650-803B-4B00B3CA1D98}" type="sibTrans" cxnId="{9AD9DE7B-32B9-498B-AEA4-E24275F189E0}">
      <dgm:prSet/>
      <dgm:spPr/>
      <dgm:t>
        <a:bodyPr/>
        <a:lstStyle/>
        <a:p>
          <a:endParaRPr lang="en-US"/>
        </a:p>
      </dgm:t>
    </dgm:pt>
    <dgm:pt modelId="{EF4D41D5-FD94-409B-A39A-310A51B5079F}">
      <dgm:prSet phldrT="[Text]"/>
      <dgm:spPr/>
      <dgm:t>
        <a:bodyPr/>
        <a:lstStyle/>
        <a:p>
          <a:r>
            <a:rPr lang="en-US" dirty="0"/>
            <a:t>Ethers – an </a:t>
          </a:r>
          <a:r>
            <a:rPr lang="en-US" dirty="0" err="1"/>
            <a:t>alkoxy</a:t>
          </a:r>
          <a:r>
            <a:rPr lang="en-US" dirty="0"/>
            <a:t> or </a:t>
          </a:r>
          <a:r>
            <a:rPr lang="en-US" dirty="0" err="1"/>
            <a:t>aryl.oxy</a:t>
          </a:r>
          <a:r>
            <a:rPr lang="en-US" dirty="0"/>
            <a:t> attached to an alkyl or aryl group</a:t>
          </a:r>
        </a:p>
      </dgm:t>
    </dgm:pt>
    <dgm:pt modelId="{AE11DA66-CDF1-4181-8419-B8B8847DF409}" type="parTrans" cxnId="{CB931AA6-0F12-4611-9C36-C730A1A858A0}">
      <dgm:prSet/>
      <dgm:spPr/>
      <dgm:t>
        <a:bodyPr/>
        <a:lstStyle/>
        <a:p>
          <a:endParaRPr lang="en-US"/>
        </a:p>
      </dgm:t>
    </dgm:pt>
    <dgm:pt modelId="{B18A55B9-DFD5-469C-8A94-BD8274AC37B8}" type="sibTrans" cxnId="{CB931AA6-0F12-4611-9C36-C730A1A858A0}">
      <dgm:prSet/>
      <dgm:spPr/>
      <dgm:t>
        <a:bodyPr/>
        <a:lstStyle/>
        <a:p>
          <a:endParaRPr lang="en-US"/>
        </a:p>
      </dgm:t>
    </dgm:pt>
    <dgm:pt modelId="{148825FE-3236-4CA6-9EC7-834AFF26597E}" type="pres">
      <dgm:prSet presAssocID="{0B01CFC0-71F1-4497-B63C-9044B9E0B77B}" presName="Name0" presStyleCnt="0">
        <dgm:presLayoutVars>
          <dgm:dir/>
          <dgm:animLvl val="lvl"/>
          <dgm:resizeHandles val="exact"/>
        </dgm:presLayoutVars>
      </dgm:prSet>
      <dgm:spPr/>
    </dgm:pt>
    <dgm:pt modelId="{2993DF4C-1FD6-4421-85BE-C3F06453F834}" type="pres">
      <dgm:prSet presAssocID="{42BE9C39-8AF7-4A37-AEBE-FE844F02A450}" presName="linNode" presStyleCnt="0"/>
      <dgm:spPr/>
    </dgm:pt>
    <dgm:pt modelId="{FD49CA99-7D9F-4868-9A86-6D6F5D8B5C4F}" type="pres">
      <dgm:prSet presAssocID="{42BE9C39-8AF7-4A37-AEBE-FE844F02A450}" presName="parentText" presStyleLbl="node1" presStyleIdx="0" presStyleCnt="3" custScaleX="275789">
        <dgm:presLayoutVars>
          <dgm:chMax val="1"/>
          <dgm:bulletEnabled val="1"/>
        </dgm:presLayoutVars>
      </dgm:prSet>
      <dgm:spPr/>
    </dgm:pt>
    <dgm:pt modelId="{F5E5A759-AA3D-41FA-B6BD-DEC600770A17}" type="pres">
      <dgm:prSet presAssocID="{792F0836-0010-4F13-B222-4E06FDA161A5}" presName="sp" presStyleCnt="0"/>
      <dgm:spPr/>
    </dgm:pt>
    <dgm:pt modelId="{008F3429-5EBB-46EB-A1AC-4DBAB34B9E37}" type="pres">
      <dgm:prSet presAssocID="{815DAEBA-E07E-49C9-84CA-4D7EFD7981FF}" presName="linNode" presStyleCnt="0"/>
      <dgm:spPr/>
    </dgm:pt>
    <dgm:pt modelId="{D7E5F4B3-A4CC-4212-B5E0-F45B2A8C4B28}" type="pres">
      <dgm:prSet presAssocID="{815DAEBA-E07E-49C9-84CA-4D7EFD7981FF}" presName="parentText" presStyleLbl="node1" presStyleIdx="1" presStyleCnt="3" custScaleX="277778">
        <dgm:presLayoutVars>
          <dgm:chMax val="1"/>
          <dgm:bulletEnabled val="1"/>
        </dgm:presLayoutVars>
      </dgm:prSet>
      <dgm:spPr/>
    </dgm:pt>
    <dgm:pt modelId="{AD807E49-2FDE-40E3-99D7-68138B69E9F6}" type="pres">
      <dgm:prSet presAssocID="{0C23702A-E02C-4650-803B-4B00B3CA1D98}" presName="sp" presStyleCnt="0"/>
      <dgm:spPr/>
    </dgm:pt>
    <dgm:pt modelId="{74EB6FF1-4AC2-49E4-9D85-67521F3C7A87}" type="pres">
      <dgm:prSet presAssocID="{EF4D41D5-FD94-409B-A39A-310A51B5079F}" presName="linNode" presStyleCnt="0"/>
      <dgm:spPr/>
    </dgm:pt>
    <dgm:pt modelId="{AA54C347-84B9-4051-91FE-2A296D8B4EFA}" type="pres">
      <dgm:prSet presAssocID="{EF4D41D5-FD94-409B-A39A-310A51B5079F}" presName="parentText" presStyleLbl="node1" presStyleIdx="2" presStyleCnt="3" custScaleX="277778">
        <dgm:presLayoutVars>
          <dgm:chMax val="1"/>
          <dgm:bulletEnabled val="1"/>
        </dgm:presLayoutVars>
      </dgm:prSet>
      <dgm:spPr/>
    </dgm:pt>
  </dgm:ptLst>
  <dgm:cxnLst>
    <dgm:cxn modelId="{E50F0D0E-A28A-426F-9D3B-27675B8EA766}" type="presOf" srcId="{42BE9C39-8AF7-4A37-AEBE-FE844F02A450}" destId="{FD49CA99-7D9F-4868-9A86-6D6F5D8B5C4F}" srcOrd="0" destOrd="0" presId="urn:microsoft.com/office/officeart/2005/8/layout/vList5"/>
    <dgm:cxn modelId="{1D17DD1D-84D9-4EC2-8428-5C969ADAA201}" type="presOf" srcId="{815DAEBA-E07E-49C9-84CA-4D7EFD7981FF}" destId="{D7E5F4B3-A4CC-4212-B5E0-F45B2A8C4B28}" srcOrd="0" destOrd="0" presId="urn:microsoft.com/office/officeart/2005/8/layout/vList5"/>
    <dgm:cxn modelId="{89921A4D-7943-4724-9310-65F46B7254FC}" srcId="{0B01CFC0-71F1-4497-B63C-9044B9E0B77B}" destId="{42BE9C39-8AF7-4A37-AEBE-FE844F02A450}" srcOrd="0" destOrd="0" parTransId="{751F6B58-010B-4E0B-943A-66280D76C356}" sibTransId="{792F0836-0010-4F13-B222-4E06FDA161A5}"/>
    <dgm:cxn modelId="{9AD9DE7B-32B9-498B-AEA4-E24275F189E0}" srcId="{0B01CFC0-71F1-4497-B63C-9044B9E0B77B}" destId="{815DAEBA-E07E-49C9-84CA-4D7EFD7981FF}" srcOrd="1" destOrd="0" parTransId="{6667A0F5-D5F9-43E2-BB86-EBA5291B913F}" sibTransId="{0C23702A-E02C-4650-803B-4B00B3CA1D98}"/>
    <dgm:cxn modelId="{E2B6CF90-EAA1-4DDF-AA34-3C1AC9778D92}" type="presOf" srcId="{EF4D41D5-FD94-409B-A39A-310A51B5079F}" destId="{AA54C347-84B9-4051-91FE-2A296D8B4EFA}" srcOrd="0" destOrd="0" presId="urn:microsoft.com/office/officeart/2005/8/layout/vList5"/>
    <dgm:cxn modelId="{F06C2D94-4DFA-4887-9AFF-1077B100E905}" type="presOf" srcId="{0B01CFC0-71F1-4497-B63C-9044B9E0B77B}" destId="{148825FE-3236-4CA6-9EC7-834AFF26597E}" srcOrd="0" destOrd="0" presId="urn:microsoft.com/office/officeart/2005/8/layout/vList5"/>
    <dgm:cxn modelId="{CB931AA6-0F12-4611-9C36-C730A1A858A0}" srcId="{0B01CFC0-71F1-4497-B63C-9044B9E0B77B}" destId="{EF4D41D5-FD94-409B-A39A-310A51B5079F}" srcOrd="2" destOrd="0" parTransId="{AE11DA66-CDF1-4181-8419-B8B8847DF409}" sibTransId="{B18A55B9-DFD5-469C-8A94-BD8274AC37B8}"/>
    <dgm:cxn modelId="{AFA4AEBB-DEE2-4381-8C09-A7E0A1FD6870}" type="presParOf" srcId="{148825FE-3236-4CA6-9EC7-834AFF26597E}" destId="{2993DF4C-1FD6-4421-85BE-C3F06453F834}" srcOrd="0" destOrd="0" presId="urn:microsoft.com/office/officeart/2005/8/layout/vList5"/>
    <dgm:cxn modelId="{4E58924D-CAD9-4286-BFBD-2709C728ABC4}" type="presParOf" srcId="{2993DF4C-1FD6-4421-85BE-C3F06453F834}" destId="{FD49CA99-7D9F-4868-9A86-6D6F5D8B5C4F}" srcOrd="0" destOrd="0" presId="urn:microsoft.com/office/officeart/2005/8/layout/vList5"/>
    <dgm:cxn modelId="{3416194A-3FCA-4AF6-8130-CD8D78DACB58}" type="presParOf" srcId="{148825FE-3236-4CA6-9EC7-834AFF26597E}" destId="{F5E5A759-AA3D-41FA-B6BD-DEC600770A17}" srcOrd="1" destOrd="0" presId="urn:microsoft.com/office/officeart/2005/8/layout/vList5"/>
    <dgm:cxn modelId="{A4740C72-9A30-483F-8656-77AF921804EB}" type="presParOf" srcId="{148825FE-3236-4CA6-9EC7-834AFF26597E}" destId="{008F3429-5EBB-46EB-A1AC-4DBAB34B9E37}" srcOrd="2" destOrd="0" presId="urn:microsoft.com/office/officeart/2005/8/layout/vList5"/>
    <dgm:cxn modelId="{D4E5F85C-DB01-4A2F-96FA-016953BC0A1C}" type="presParOf" srcId="{008F3429-5EBB-46EB-A1AC-4DBAB34B9E37}" destId="{D7E5F4B3-A4CC-4212-B5E0-F45B2A8C4B28}" srcOrd="0" destOrd="0" presId="urn:microsoft.com/office/officeart/2005/8/layout/vList5"/>
    <dgm:cxn modelId="{C660BE03-EAFE-4653-B62C-2ACA7BF3D94E}" type="presParOf" srcId="{148825FE-3236-4CA6-9EC7-834AFF26597E}" destId="{AD807E49-2FDE-40E3-99D7-68138B69E9F6}" srcOrd="3" destOrd="0" presId="urn:microsoft.com/office/officeart/2005/8/layout/vList5"/>
    <dgm:cxn modelId="{E5987783-B872-4590-8165-987E187D0C75}" type="presParOf" srcId="{148825FE-3236-4CA6-9EC7-834AFF26597E}" destId="{74EB6FF1-4AC2-49E4-9D85-67521F3C7A87}" srcOrd="4" destOrd="0" presId="urn:microsoft.com/office/officeart/2005/8/layout/vList5"/>
    <dgm:cxn modelId="{63F33522-7AC6-495A-BE10-B888D203BB0E}" type="presParOf" srcId="{74EB6FF1-4AC2-49E4-9D85-67521F3C7A87}" destId="{AA54C347-84B9-4051-91FE-2A296D8B4EFA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916ADE3-E1CB-42A8-9268-984AEE63233D}" type="doc">
      <dgm:prSet loTypeId="urn:microsoft.com/office/officeart/2005/8/layout/hierarchy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0061330-B20E-4AB4-9DC7-38F579B317D7}">
      <dgm:prSet phldrT="[Text]"/>
      <dgm:spPr/>
      <dgm:t>
        <a:bodyPr/>
        <a:lstStyle/>
        <a:p>
          <a:r>
            <a:rPr lang="en-US" dirty="0"/>
            <a:t>Based on Number of hydroxyl groups </a:t>
          </a:r>
        </a:p>
      </dgm:t>
    </dgm:pt>
    <dgm:pt modelId="{468BEBB0-D076-4418-8128-FA5109962632}" type="parTrans" cxnId="{281FB49D-F9E3-4876-B563-7237873A4637}">
      <dgm:prSet/>
      <dgm:spPr/>
      <dgm:t>
        <a:bodyPr/>
        <a:lstStyle/>
        <a:p>
          <a:endParaRPr lang="en-US"/>
        </a:p>
      </dgm:t>
    </dgm:pt>
    <dgm:pt modelId="{180BF795-E0EA-4956-939E-787BABAB0CE0}" type="sibTrans" cxnId="{281FB49D-F9E3-4876-B563-7237873A4637}">
      <dgm:prSet/>
      <dgm:spPr/>
      <dgm:t>
        <a:bodyPr/>
        <a:lstStyle/>
        <a:p>
          <a:endParaRPr lang="en-US"/>
        </a:p>
      </dgm:t>
    </dgm:pt>
    <dgm:pt modelId="{DFB53990-B394-4D5C-8EDE-244A7330B28E}">
      <dgm:prSet phldrT="[Text]" custT="1"/>
      <dgm:spPr/>
      <dgm:t>
        <a:bodyPr/>
        <a:lstStyle/>
        <a:p>
          <a:r>
            <a:rPr lang="en-US" sz="1400" dirty="0"/>
            <a:t>Monohydric</a:t>
          </a:r>
        </a:p>
      </dgm:t>
    </dgm:pt>
    <dgm:pt modelId="{AEFD84C7-1608-401E-8115-462B6426CFAB}" type="parTrans" cxnId="{4925F660-A192-4916-8504-F11928CCB745}">
      <dgm:prSet/>
      <dgm:spPr/>
      <dgm:t>
        <a:bodyPr/>
        <a:lstStyle/>
        <a:p>
          <a:endParaRPr lang="en-US"/>
        </a:p>
      </dgm:t>
    </dgm:pt>
    <dgm:pt modelId="{FEAD8BC1-E9BA-43E7-8930-1DF85D9F1C22}" type="sibTrans" cxnId="{4925F660-A192-4916-8504-F11928CCB745}">
      <dgm:prSet/>
      <dgm:spPr/>
      <dgm:t>
        <a:bodyPr/>
        <a:lstStyle/>
        <a:p>
          <a:endParaRPr lang="en-US"/>
        </a:p>
      </dgm:t>
    </dgm:pt>
    <dgm:pt modelId="{E5E748FE-F64B-4A4F-B831-BCCB02660BD7}">
      <dgm:prSet phldrT="[Text]" custT="1"/>
      <dgm:spPr/>
      <dgm:t>
        <a:bodyPr/>
        <a:lstStyle/>
        <a:p>
          <a:r>
            <a:rPr lang="en-US" sz="1400" dirty="0"/>
            <a:t>Dihydric</a:t>
          </a:r>
        </a:p>
      </dgm:t>
    </dgm:pt>
    <dgm:pt modelId="{E0EDC7EF-E4AE-4070-93E9-F8F5BF47A79D}" type="parTrans" cxnId="{58D17123-FD98-46B6-8DA1-5E00736B7A27}">
      <dgm:prSet/>
      <dgm:spPr/>
      <dgm:t>
        <a:bodyPr/>
        <a:lstStyle/>
        <a:p>
          <a:endParaRPr lang="en-US"/>
        </a:p>
      </dgm:t>
    </dgm:pt>
    <dgm:pt modelId="{13E76C7F-4E05-44AE-9891-A916DF3A9FB7}" type="sibTrans" cxnId="{58D17123-FD98-46B6-8DA1-5E00736B7A27}">
      <dgm:prSet/>
      <dgm:spPr/>
      <dgm:t>
        <a:bodyPr/>
        <a:lstStyle/>
        <a:p>
          <a:endParaRPr lang="en-US"/>
        </a:p>
      </dgm:t>
    </dgm:pt>
    <dgm:pt modelId="{ADAE713F-F0A2-43DB-ACFF-1189EA718936}">
      <dgm:prSet phldrT="[Text]"/>
      <dgm:spPr/>
      <dgm:t>
        <a:bodyPr/>
        <a:lstStyle/>
        <a:p>
          <a:r>
            <a:rPr lang="en-IN" dirty="0"/>
            <a:t>Based on the hybridisation of C−atom of C−OH bond of </a:t>
          </a:r>
          <a:r>
            <a:rPr lang="en-IN" b="1" dirty="0"/>
            <a:t>monohydric compounds</a:t>
          </a:r>
          <a:endParaRPr lang="en-US" dirty="0"/>
        </a:p>
      </dgm:t>
    </dgm:pt>
    <dgm:pt modelId="{892EF200-AE8E-4BDC-AB09-131807DEA529}" type="parTrans" cxnId="{06CD252E-E1FA-44D4-BECF-97C86261FCB2}">
      <dgm:prSet/>
      <dgm:spPr/>
      <dgm:t>
        <a:bodyPr/>
        <a:lstStyle/>
        <a:p>
          <a:endParaRPr lang="en-US"/>
        </a:p>
      </dgm:t>
    </dgm:pt>
    <dgm:pt modelId="{2F9D4513-0790-47EE-B49B-B30CC496FAF0}" type="sibTrans" cxnId="{06CD252E-E1FA-44D4-BECF-97C86261FCB2}">
      <dgm:prSet/>
      <dgm:spPr/>
      <dgm:t>
        <a:bodyPr/>
        <a:lstStyle/>
        <a:p>
          <a:endParaRPr lang="en-US"/>
        </a:p>
      </dgm:t>
    </dgm:pt>
    <dgm:pt modelId="{11F2A429-DC01-41D7-8A8F-49EFDBC29374}">
      <dgm:prSet phldrT="[Text]"/>
      <dgm:spPr/>
      <dgm:t>
        <a:bodyPr/>
        <a:lstStyle/>
        <a:p>
          <a:r>
            <a:rPr lang="en-IN" dirty="0"/>
            <a:t>Compounds containing sp</a:t>
          </a:r>
          <a:r>
            <a:rPr lang="en-IN" baseline="30000" dirty="0"/>
            <a:t>3 </a:t>
          </a:r>
          <a:r>
            <a:rPr lang="en-IN" baseline="0" dirty="0"/>
            <a:t>hybridised</a:t>
          </a:r>
          <a:r>
            <a:rPr lang="en-IN" dirty="0"/>
            <a:t> C−OH bond </a:t>
          </a:r>
          <a:endParaRPr lang="en-US" dirty="0"/>
        </a:p>
      </dgm:t>
    </dgm:pt>
    <dgm:pt modelId="{9DB8C569-5125-4CA3-A3A8-3B8DCBD70BE6}" type="parTrans" cxnId="{855A42B1-D26A-47F7-B1C7-CE9D744A0222}">
      <dgm:prSet/>
      <dgm:spPr/>
      <dgm:t>
        <a:bodyPr/>
        <a:lstStyle/>
        <a:p>
          <a:endParaRPr lang="en-US"/>
        </a:p>
      </dgm:t>
    </dgm:pt>
    <dgm:pt modelId="{61817504-95C5-44EA-9D62-A737875B5624}" type="sibTrans" cxnId="{855A42B1-D26A-47F7-B1C7-CE9D744A0222}">
      <dgm:prSet/>
      <dgm:spPr/>
      <dgm:t>
        <a:bodyPr/>
        <a:lstStyle/>
        <a:p>
          <a:endParaRPr lang="en-US"/>
        </a:p>
      </dgm:t>
    </dgm:pt>
    <dgm:pt modelId="{470AC7AC-FB8D-4A6D-B0A7-FC675BECF988}">
      <dgm:prSet phldrT="[Text]"/>
      <dgm:spPr/>
      <dgm:t>
        <a:bodyPr/>
        <a:lstStyle/>
        <a:p>
          <a:r>
            <a:rPr lang="en-IN" dirty="0"/>
            <a:t>Compounds containing sp</a:t>
          </a:r>
          <a:r>
            <a:rPr lang="en-IN" baseline="30000" dirty="0"/>
            <a:t>2</a:t>
          </a:r>
          <a:r>
            <a:rPr lang="en-IN" dirty="0"/>
            <a:t>hybridised C−OH bond </a:t>
          </a:r>
          <a:endParaRPr lang="en-US" dirty="0"/>
        </a:p>
      </dgm:t>
    </dgm:pt>
    <dgm:pt modelId="{7F7311DF-9E53-4F0C-B7D2-D39FD08812AE}" type="parTrans" cxnId="{12B66AC9-AAC6-40C0-A47F-98EDB00B796E}">
      <dgm:prSet/>
      <dgm:spPr/>
      <dgm:t>
        <a:bodyPr/>
        <a:lstStyle/>
        <a:p>
          <a:endParaRPr lang="en-US"/>
        </a:p>
      </dgm:t>
    </dgm:pt>
    <dgm:pt modelId="{FA99C791-C978-4AAB-9327-522E27540C01}" type="sibTrans" cxnId="{12B66AC9-AAC6-40C0-A47F-98EDB00B796E}">
      <dgm:prSet/>
      <dgm:spPr/>
      <dgm:t>
        <a:bodyPr/>
        <a:lstStyle/>
        <a:p>
          <a:endParaRPr lang="en-US"/>
        </a:p>
      </dgm:t>
    </dgm:pt>
    <dgm:pt modelId="{0BF3FBF5-4D68-4118-ACB1-953EFEB125D0}">
      <dgm:prSet phldrT="[Text]" custT="1"/>
      <dgm:spPr/>
      <dgm:t>
        <a:bodyPr/>
        <a:lstStyle/>
        <a:p>
          <a:r>
            <a:rPr lang="en-US" sz="1400" dirty="0"/>
            <a:t>Polyhydric</a:t>
          </a:r>
        </a:p>
      </dgm:t>
    </dgm:pt>
    <dgm:pt modelId="{24EB1168-596F-45D1-87B0-633525056273}" type="parTrans" cxnId="{05E7833B-CBDB-475B-A9A0-A513344F372F}">
      <dgm:prSet/>
      <dgm:spPr/>
      <dgm:t>
        <a:bodyPr/>
        <a:lstStyle/>
        <a:p>
          <a:endParaRPr lang="en-US"/>
        </a:p>
      </dgm:t>
    </dgm:pt>
    <dgm:pt modelId="{B332EAA8-8A0B-481F-B4D7-42364C6A3A9A}" type="sibTrans" cxnId="{05E7833B-CBDB-475B-A9A0-A513344F372F}">
      <dgm:prSet/>
      <dgm:spPr/>
      <dgm:t>
        <a:bodyPr/>
        <a:lstStyle/>
        <a:p>
          <a:endParaRPr lang="en-US"/>
        </a:p>
      </dgm:t>
    </dgm:pt>
    <dgm:pt modelId="{58EB24DA-1C7B-499B-96AE-384D97A8923F}" type="pres">
      <dgm:prSet presAssocID="{8916ADE3-E1CB-42A8-9268-984AEE63233D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3015AC9-E8F2-4560-B7B1-BBD56DD01462}" type="pres">
      <dgm:prSet presAssocID="{80061330-B20E-4AB4-9DC7-38F579B317D7}" presName="root" presStyleCnt="0"/>
      <dgm:spPr/>
    </dgm:pt>
    <dgm:pt modelId="{F53E889B-7EA2-4685-B2BF-086BA45F636E}" type="pres">
      <dgm:prSet presAssocID="{80061330-B20E-4AB4-9DC7-38F579B317D7}" presName="rootComposite" presStyleCnt="0"/>
      <dgm:spPr/>
    </dgm:pt>
    <dgm:pt modelId="{D5D11B89-19CF-48BA-BFCC-154EB47FF320}" type="pres">
      <dgm:prSet presAssocID="{80061330-B20E-4AB4-9DC7-38F579B317D7}" presName="rootText" presStyleLbl="node1" presStyleIdx="0" presStyleCnt="2"/>
      <dgm:spPr/>
    </dgm:pt>
    <dgm:pt modelId="{F30526EA-D1CF-41BD-878B-DF2786CC8952}" type="pres">
      <dgm:prSet presAssocID="{80061330-B20E-4AB4-9DC7-38F579B317D7}" presName="rootConnector" presStyleLbl="node1" presStyleIdx="0" presStyleCnt="2"/>
      <dgm:spPr/>
    </dgm:pt>
    <dgm:pt modelId="{CBD76D5D-AF3C-4E9A-AFAE-23391B3369DC}" type="pres">
      <dgm:prSet presAssocID="{80061330-B20E-4AB4-9DC7-38F579B317D7}" presName="childShape" presStyleCnt="0"/>
      <dgm:spPr/>
    </dgm:pt>
    <dgm:pt modelId="{AE4D678A-DCBD-409B-B178-CD38BC547BBC}" type="pres">
      <dgm:prSet presAssocID="{AEFD84C7-1608-401E-8115-462B6426CFAB}" presName="Name13" presStyleLbl="parChTrans1D2" presStyleIdx="0" presStyleCnt="5"/>
      <dgm:spPr/>
    </dgm:pt>
    <dgm:pt modelId="{E73762BF-9349-4925-A44F-F753E8A8315C}" type="pres">
      <dgm:prSet presAssocID="{DFB53990-B394-4D5C-8EDE-244A7330B28E}" presName="childText" presStyleLbl="bgAcc1" presStyleIdx="0" presStyleCnt="5" custScaleX="127467">
        <dgm:presLayoutVars>
          <dgm:bulletEnabled val="1"/>
        </dgm:presLayoutVars>
      </dgm:prSet>
      <dgm:spPr/>
    </dgm:pt>
    <dgm:pt modelId="{517D8BE6-6D9B-4768-96ED-757F5D9F1F12}" type="pres">
      <dgm:prSet presAssocID="{E0EDC7EF-E4AE-4070-93E9-F8F5BF47A79D}" presName="Name13" presStyleLbl="parChTrans1D2" presStyleIdx="1" presStyleCnt="5"/>
      <dgm:spPr/>
    </dgm:pt>
    <dgm:pt modelId="{5DB9B76A-8F7D-41B8-9099-5C641905EB22}" type="pres">
      <dgm:prSet presAssocID="{E5E748FE-F64B-4A4F-B831-BCCB02660BD7}" presName="childText" presStyleLbl="bgAcc1" presStyleIdx="1" presStyleCnt="5" custScaleX="129485" custLinFactNeighborY="-3244">
        <dgm:presLayoutVars>
          <dgm:bulletEnabled val="1"/>
        </dgm:presLayoutVars>
      </dgm:prSet>
      <dgm:spPr/>
    </dgm:pt>
    <dgm:pt modelId="{7036183C-4444-434C-875E-A93E8A32AE01}" type="pres">
      <dgm:prSet presAssocID="{24EB1168-596F-45D1-87B0-633525056273}" presName="Name13" presStyleLbl="parChTrans1D2" presStyleIdx="2" presStyleCnt="5"/>
      <dgm:spPr/>
    </dgm:pt>
    <dgm:pt modelId="{1B708DC2-22EF-42A4-ACAD-EAA5301FB703}" type="pres">
      <dgm:prSet presAssocID="{0BF3FBF5-4D68-4118-ACB1-953EFEB125D0}" presName="childText" presStyleLbl="bgAcc1" presStyleIdx="2" presStyleCnt="5" custScaleX="121413" custLinFactNeighborY="367">
        <dgm:presLayoutVars>
          <dgm:bulletEnabled val="1"/>
        </dgm:presLayoutVars>
      </dgm:prSet>
      <dgm:spPr/>
    </dgm:pt>
    <dgm:pt modelId="{9A04187A-509D-495E-9589-2D1ADB3E7841}" type="pres">
      <dgm:prSet presAssocID="{ADAE713F-F0A2-43DB-ACFF-1189EA718936}" presName="root" presStyleCnt="0"/>
      <dgm:spPr/>
    </dgm:pt>
    <dgm:pt modelId="{23E1DEF5-F7C8-466F-8725-1D3F124F9AE8}" type="pres">
      <dgm:prSet presAssocID="{ADAE713F-F0A2-43DB-ACFF-1189EA718936}" presName="rootComposite" presStyleCnt="0"/>
      <dgm:spPr/>
    </dgm:pt>
    <dgm:pt modelId="{D0038AB8-5164-4C98-A7F4-6BD03A13DE2A}" type="pres">
      <dgm:prSet presAssocID="{ADAE713F-F0A2-43DB-ACFF-1189EA718936}" presName="rootText" presStyleLbl="node1" presStyleIdx="1" presStyleCnt="2" custScaleX="247090"/>
      <dgm:spPr/>
    </dgm:pt>
    <dgm:pt modelId="{8113FE38-1759-40FB-B9B1-AA46C4C687E8}" type="pres">
      <dgm:prSet presAssocID="{ADAE713F-F0A2-43DB-ACFF-1189EA718936}" presName="rootConnector" presStyleLbl="node1" presStyleIdx="1" presStyleCnt="2"/>
      <dgm:spPr/>
    </dgm:pt>
    <dgm:pt modelId="{BE9B11DF-029D-409F-88AF-D39EC9DC7C25}" type="pres">
      <dgm:prSet presAssocID="{ADAE713F-F0A2-43DB-ACFF-1189EA718936}" presName="childShape" presStyleCnt="0"/>
      <dgm:spPr/>
    </dgm:pt>
    <dgm:pt modelId="{2D829932-2F93-40F8-BE0B-80D0AEB5C637}" type="pres">
      <dgm:prSet presAssocID="{9DB8C569-5125-4CA3-A3A8-3B8DCBD70BE6}" presName="Name13" presStyleLbl="parChTrans1D2" presStyleIdx="3" presStyleCnt="5"/>
      <dgm:spPr/>
    </dgm:pt>
    <dgm:pt modelId="{F37DFCC3-1505-4649-B5C2-72E51E399D9B}" type="pres">
      <dgm:prSet presAssocID="{11F2A429-DC01-41D7-8A8F-49EFDBC29374}" presName="childText" presStyleLbl="bgAcc1" presStyleIdx="3" presStyleCnt="5" custScaleX="268671" custScaleY="155749">
        <dgm:presLayoutVars>
          <dgm:bulletEnabled val="1"/>
        </dgm:presLayoutVars>
      </dgm:prSet>
      <dgm:spPr/>
    </dgm:pt>
    <dgm:pt modelId="{3E742098-41E9-445E-8B5A-B80E5003D811}" type="pres">
      <dgm:prSet presAssocID="{7F7311DF-9E53-4F0C-B7D2-D39FD08812AE}" presName="Name13" presStyleLbl="parChTrans1D2" presStyleIdx="4" presStyleCnt="5"/>
      <dgm:spPr/>
    </dgm:pt>
    <dgm:pt modelId="{E7A7ECDD-7B66-41EF-8BCD-42AF2C4462D5}" type="pres">
      <dgm:prSet presAssocID="{470AC7AC-FB8D-4A6D-B0A7-FC675BECF988}" presName="childText" presStyleLbl="bgAcc1" presStyleIdx="4" presStyleCnt="5" custScaleX="271098">
        <dgm:presLayoutVars>
          <dgm:bulletEnabled val="1"/>
        </dgm:presLayoutVars>
      </dgm:prSet>
      <dgm:spPr/>
    </dgm:pt>
  </dgm:ptLst>
  <dgm:cxnLst>
    <dgm:cxn modelId="{37F50823-1F16-4CEB-A508-4E776E081BD7}" type="presOf" srcId="{ADAE713F-F0A2-43DB-ACFF-1189EA718936}" destId="{D0038AB8-5164-4C98-A7F4-6BD03A13DE2A}" srcOrd="0" destOrd="0" presId="urn:microsoft.com/office/officeart/2005/8/layout/hierarchy3"/>
    <dgm:cxn modelId="{58D17123-FD98-46B6-8DA1-5E00736B7A27}" srcId="{80061330-B20E-4AB4-9DC7-38F579B317D7}" destId="{E5E748FE-F64B-4A4F-B831-BCCB02660BD7}" srcOrd="1" destOrd="0" parTransId="{E0EDC7EF-E4AE-4070-93E9-F8F5BF47A79D}" sibTransId="{13E76C7F-4E05-44AE-9891-A916DF3A9FB7}"/>
    <dgm:cxn modelId="{CAD81F2A-A31B-4B3B-9441-0030401E4AE1}" type="presOf" srcId="{24EB1168-596F-45D1-87B0-633525056273}" destId="{7036183C-4444-434C-875E-A93E8A32AE01}" srcOrd="0" destOrd="0" presId="urn:microsoft.com/office/officeart/2005/8/layout/hierarchy3"/>
    <dgm:cxn modelId="{4C774A2B-77B7-44E3-9144-AA0D53A01768}" type="presOf" srcId="{E5E748FE-F64B-4A4F-B831-BCCB02660BD7}" destId="{5DB9B76A-8F7D-41B8-9099-5C641905EB22}" srcOrd="0" destOrd="0" presId="urn:microsoft.com/office/officeart/2005/8/layout/hierarchy3"/>
    <dgm:cxn modelId="{06CD252E-E1FA-44D4-BECF-97C86261FCB2}" srcId="{8916ADE3-E1CB-42A8-9268-984AEE63233D}" destId="{ADAE713F-F0A2-43DB-ACFF-1189EA718936}" srcOrd="1" destOrd="0" parTransId="{892EF200-AE8E-4BDC-AB09-131807DEA529}" sibTransId="{2F9D4513-0790-47EE-B49B-B30CC496FAF0}"/>
    <dgm:cxn modelId="{05E7833B-CBDB-475B-A9A0-A513344F372F}" srcId="{80061330-B20E-4AB4-9DC7-38F579B317D7}" destId="{0BF3FBF5-4D68-4118-ACB1-953EFEB125D0}" srcOrd="2" destOrd="0" parTransId="{24EB1168-596F-45D1-87B0-633525056273}" sibTransId="{B332EAA8-8A0B-481F-B4D7-42364C6A3A9A}"/>
    <dgm:cxn modelId="{4925F660-A192-4916-8504-F11928CCB745}" srcId="{80061330-B20E-4AB4-9DC7-38F579B317D7}" destId="{DFB53990-B394-4D5C-8EDE-244A7330B28E}" srcOrd="0" destOrd="0" parTransId="{AEFD84C7-1608-401E-8115-462B6426CFAB}" sibTransId="{FEAD8BC1-E9BA-43E7-8930-1DF85D9F1C22}"/>
    <dgm:cxn modelId="{27359D46-0854-4CB5-B4C6-7F7A7A73EE1E}" type="presOf" srcId="{E0EDC7EF-E4AE-4070-93E9-F8F5BF47A79D}" destId="{517D8BE6-6D9B-4768-96ED-757F5D9F1F12}" srcOrd="0" destOrd="0" presId="urn:microsoft.com/office/officeart/2005/8/layout/hierarchy3"/>
    <dgm:cxn modelId="{01140347-FA8E-42BD-A655-57F3839B0136}" type="presOf" srcId="{11F2A429-DC01-41D7-8A8F-49EFDBC29374}" destId="{F37DFCC3-1505-4649-B5C2-72E51E399D9B}" srcOrd="0" destOrd="0" presId="urn:microsoft.com/office/officeart/2005/8/layout/hierarchy3"/>
    <dgm:cxn modelId="{9D153570-0598-414B-8406-2B948FAAECFF}" type="presOf" srcId="{7F7311DF-9E53-4F0C-B7D2-D39FD08812AE}" destId="{3E742098-41E9-445E-8B5A-B80E5003D811}" srcOrd="0" destOrd="0" presId="urn:microsoft.com/office/officeart/2005/8/layout/hierarchy3"/>
    <dgm:cxn modelId="{EA049B80-10FB-4B1D-9C58-0F5E89032FA8}" type="presOf" srcId="{9DB8C569-5125-4CA3-A3A8-3B8DCBD70BE6}" destId="{2D829932-2F93-40F8-BE0B-80D0AEB5C637}" srcOrd="0" destOrd="0" presId="urn:microsoft.com/office/officeart/2005/8/layout/hierarchy3"/>
    <dgm:cxn modelId="{25308385-BF7D-4EB3-BA0D-840CD372305F}" type="presOf" srcId="{80061330-B20E-4AB4-9DC7-38F579B317D7}" destId="{D5D11B89-19CF-48BA-BFCC-154EB47FF320}" srcOrd="0" destOrd="0" presId="urn:microsoft.com/office/officeart/2005/8/layout/hierarchy3"/>
    <dgm:cxn modelId="{3E50E090-77A3-446E-A9C4-6D808F017349}" type="presOf" srcId="{DFB53990-B394-4D5C-8EDE-244A7330B28E}" destId="{E73762BF-9349-4925-A44F-F753E8A8315C}" srcOrd="0" destOrd="0" presId="urn:microsoft.com/office/officeart/2005/8/layout/hierarchy3"/>
    <dgm:cxn modelId="{281FB49D-F9E3-4876-B563-7237873A4637}" srcId="{8916ADE3-E1CB-42A8-9268-984AEE63233D}" destId="{80061330-B20E-4AB4-9DC7-38F579B317D7}" srcOrd="0" destOrd="0" parTransId="{468BEBB0-D076-4418-8128-FA5109962632}" sibTransId="{180BF795-E0EA-4956-939E-787BABAB0CE0}"/>
    <dgm:cxn modelId="{64BFC8AE-1E83-420A-A666-66631EA729CB}" type="presOf" srcId="{8916ADE3-E1CB-42A8-9268-984AEE63233D}" destId="{58EB24DA-1C7B-499B-96AE-384D97A8923F}" srcOrd="0" destOrd="0" presId="urn:microsoft.com/office/officeart/2005/8/layout/hierarchy3"/>
    <dgm:cxn modelId="{855A42B1-D26A-47F7-B1C7-CE9D744A0222}" srcId="{ADAE713F-F0A2-43DB-ACFF-1189EA718936}" destId="{11F2A429-DC01-41D7-8A8F-49EFDBC29374}" srcOrd="0" destOrd="0" parTransId="{9DB8C569-5125-4CA3-A3A8-3B8DCBD70BE6}" sibTransId="{61817504-95C5-44EA-9D62-A737875B5624}"/>
    <dgm:cxn modelId="{12B66AC9-AAC6-40C0-A47F-98EDB00B796E}" srcId="{ADAE713F-F0A2-43DB-ACFF-1189EA718936}" destId="{470AC7AC-FB8D-4A6D-B0A7-FC675BECF988}" srcOrd="1" destOrd="0" parTransId="{7F7311DF-9E53-4F0C-B7D2-D39FD08812AE}" sibTransId="{FA99C791-C978-4AAB-9327-522E27540C01}"/>
    <dgm:cxn modelId="{7D8878CB-D24C-453E-A3AA-F411E7C6D86E}" type="presOf" srcId="{470AC7AC-FB8D-4A6D-B0A7-FC675BECF988}" destId="{E7A7ECDD-7B66-41EF-8BCD-42AF2C4462D5}" srcOrd="0" destOrd="0" presId="urn:microsoft.com/office/officeart/2005/8/layout/hierarchy3"/>
    <dgm:cxn modelId="{1B9D5ACE-AC62-4FBD-9DF3-C80F872328BD}" type="presOf" srcId="{0BF3FBF5-4D68-4118-ACB1-953EFEB125D0}" destId="{1B708DC2-22EF-42A4-ACAD-EAA5301FB703}" srcOrd="0" destOrd="0" presId="urn:microsoft.com/office/officeart/2005/8/layout/hierarchy3"/>
    <dgm:cxn modelId="{502953CF-99CD-4CA0-9FBF-D112E8BB8EA7}" type="presOf" srcId="{ADAE713F-F0A2-43DB-ACFF-1189EA718936}" destId="{8113FE38-1759-40FB-B9B1-AA46C4C687E8}" srcOrd="1" destOrd="0" presId="urn:microsoft.com/office/officeart/2005/8/layout/hierarchy3"/>
    <dgm:cxn modelId="{7BA452DC-0700-4053-A854-4C4678CB0A92}" type="presOf" srcId="{80061330-B20E-4AB4-9DC7-38F579B317D7}" destId="{F30526EA-D1CF-41BD-878B-DF2786CC8952}" srcOrd="1" destOrd="0" presId="urn:microsoft.com/office/officeart/2005/8/layout/hierarchy3"/>
    <dgm:cxn modelId="{8772AEF7-EBA5-4B3F-A9AB-E0B006AB945B}" type="presOf" srcId="{AEFD84C7-1608-401E-8115-462B6426CFAB}" destId="{AE4D678A-DCBD-409B-B178-CD38BC547BBC}" srcOrd="0" destOrd="0" presId="urn:microsoft.com/office/officeart/2005/8/layout/hierarchy3"/>
    <dgm:cxn modelId="{D83DCF48-A3ED-4935-AFEF-93C39B706B30}" type="presParOf" srcId="{58EB24DA-1C7B-499B-96AE-384D97A8923F}" destId="{13015AC9-E8F2-4560-B7B1-BBD56DD01462}" srcOrd="0" destOrd="0" presId="urn:microsoft.com/office/officeart/2005/8/layout/hierarchy3"/>
    <dgm:cxn modelId="{71AAF931-41BC-47D3-8A2C-65D785131302}" type="presParOf" srcId="{13015AC9-E8F2-4560-B7B1-BBD56DD01462}" destId="{F53E889B-7EA2-4685-B2BF-086BA45F636E}" srcOrd="0" destOrd="0" presId="urn:microsoft.com/office/officeart/2005/8/layout/hierarchy3"/>
    <dgm:cxn modelId="{C8A157B4-8E6A-4ADA-AE25-5D3FCA42D20F}" type="presParOf" srcId="{F53E889B-7EA2-4685-B2BF-086BA45F636E}" destId="{D5D11B89-19CF-48BA-BFCC-154EB47FF320}" srcOrd="0" destOrd="0" presId="urn:microsoft.com/office/officeart/2005/8/layout/hierarchy3"/>
    <dgm:cxn modelId="{4F9B5329-3961-41D4-8E62-769C8A064F7F}" type="presParOf" srcId="{F53E889B-7EA2-4685-B2BF-086BA45F636E}" destId="{F30526EA-D1CF-41BD-878B-DF2786CC8952}" srcOrd="1" destOrd="0" presId="urn:microsoft.com/office/officeart/2005/8/layout/hierarchy3"/>
    <dgm:cxn modelId="{6C24B279-B31E-4ADC-9C32-EFE8A964188E}" type="presParOf" srcId="{13015AC9-E8F2-4560-B7B1-BBD56DD01462}" destId="{CBD76D5D-AF3C-4E9A-AFAE-23391B3369DC}" srcOrd="1" destOrd="0" presId="urn:microsoft.com/office/officeart/2005/8/layout/hierarchy3"/>
    <dgm:cxn modelId="{A110DE93-99BA-4D42-A778-F272CB1A4109}" type="presParOf" srcId="{CBD76D5D-AF3C-4E9A-AFAE-23391B3369DC}" destId="{AE4D678A-DCBD-409B-B178-CD38BC547BBC}" srcOrd="0" destOrd="0" presId="urn:microsoft.com/office/officeart/2005/8/layout/hierarchy3"/>
    <dgm:cxn modelId="{A0151DC1-71F2-409A-8C8D-F523DF5C1ED4}" type="presParOf" srcId="{CBD76D5D-AF3C-4E9A-AFAE-23391B3369DC}" destId="{E73762BF-9349-4925-A44F-F753E8A8315C}" srcOrd="1" destOrd="0" presId="urn:microsoft.com/office/officeart/2005/8/layout/hierarchy3"/>
    <dgm:cxn modelId="{A6CF6E7F-46F6-475B-A707-474FC704BAA8}" type="presParOf" srcId="{CBD76D5D-AF3C-4E9A-AFAE-23391B3369DC}" destId="{517D8BE6-6D9B-4768-96ED-757F5D9F1F12}" srcOrd="2" destOrd="0" presId="urn:microsoft.com/office/officeart/2005/8/layout/hierarchy3"/>
    <dgm:cxn modelId="{D5EAAB87-5A28-49CC-B251-3C3EC92DCF01}" type="presParOf" srcId="{CBD76D5D-AF3C-4E9A-AFAE-23391B3369DC}" destId="{5DB9B76A-8F7D-41B8-9099-5C641905EB22}" srcOrd="3" destOrd="0" presId="urn:microsoft.com/office/officeart/2005/8/layout/hierarchy3"/>
    <dgm:cxn modelId="{62CA8BE1-DAC3-46E7-ABA3-14E9F3599BBE}" type="presParOf" srcId="{CBD76D5D-AF3C-4E9A-AFAE-23391B3369DC}" destId="{7036183C-4444-434C-875E-A93E8A32AE01}" srcOrd="4" destOrd="0" presId="urn:microsoft.com/office/officeart/2005/8/layout/hierarchy3"/>
    <dgm:cxn modelId="{8DD4188A-0B51-4ED2-85B7-90871228FC17}" type="presParOf" srcId="{CBD76D5D-AF3C-4E9A-AFAE-23391B3369DC}" destId="{1B708DC2-22EF-42A4-ACAD-EAA5301FB703}" srcOrd="5" destOrd="0" presId="urn:microsoft.com/office/officeart/2005/8/layout/hierarchy3"/>
    <dgm:cxn modelId="{F318E2A1-466B-4FB8-9464-FF5AB5456600}" type="presParOf" srcId="{58EB24DA-1C7B-499B-96AE-384D97A8923F}" destId="{9A04187A-509D-495E-9589-2D1ADB3E7841}" srcOrd="1" destOrd="0" presId="urn:microsoft.com/office/officeart/2005/8/layout/hierarchy3"/>
    <dgm:cxn modelId="{A187A14B-FC18-43DC-BBD2-A92939398D1B}" type="presParOf" srcId="{9A04187A-509D-495E-9589-2D1ADB3E7841}" destId="{23E1DEF5-F7C8-466F-8725-1D3F124F9AE8}" srcOrd="0" destOrd="0" presId="urn:microsoft.com/office/officeart/2005/8/layout/hierarchy3"/>
    <dgm:cxn modelId="{8B8DDAD6-E8F7-44E9-91E4-EAF250EF21C9}" type="presParOf" srcId="{23E1DEF5-F7C8-466F-8725-1D3F124F9AE8}" destId="{D0038AB8-5164-4C98-A7F4-6BD03A13DE2A}" srcOrd="0" destOrd="0" presId="urn:microsoft.com/office/officeart/2005/8/layout/hierarchy3"/>
    <dgm:cxn modelId="{8E78E530-F4B0-453B-A2D4-B8CFEC9CA868}" type="presParOf" srcId="{23E1DEF5-F7C8-466F-8725-1D3F124F9AE8}" destId="{8113FE38-1759-40FB-B9B1-AA46C4C687E8}" srcOrd="1" destOrd="0" presId="urn:microsoft.com/office/officeart/2005/8/layout/hierarchy3"/>
    <dgm:cxn modelId="{A69A7A78-49AE-43BE-B8B6-BBDD8D425930}" type="presParOf" srcId="{9A04187A-509D-495E-9589-2D1ADB3E7841}" destId="{BE9B11DF-029D-409F-88AF-D39EC9DC7C25}" srcOrd="1" destOrd="0" presId="urn:microsoft.com/office/officeart/2005/8/layout/hierarchy3"/>
    <dgm:cxn modelId="{BBF78AA3-B745-4728-9132-41EC3B1B1DA4}" type="presParOf" srcId="{BE9B11DF-029D-409F-88AF-D39EC9DC7C25}" destId="{2D829932-2F93-40F8-BE0B-80D0AEB5C637}" srcOrd="0" destOrd="0" presId="urn:microsoft.com/office/officeart/2005/8/layout/hierarchy3"/>
    <dgm:cxn modelId="{16183201-B806-4FC0-A322-3D1B2BB6074B}" type="presParOf" srcId="{BE9B11DF-029D-409F-88AF-D39EC9DC7C25}" destId="{F37DFCC3-1505-4649-B5C2-72E51E399D9B}" srcOrd="1" destOrd="0" presId="urn:microsoft.com/office/officeart/2005/8/layout/hierarchy3"/>
    <dgm:cxn modelId="{EEE1C309-F240-4ABD-9939-55FEB5086498}" type="presParOf" srcId="{BE9B11DF-029D-409F-88AF-D39EC9DC7C25}" destId="{3E742098-41E9-445E-8B5A-B80E5003D811}" srcOrd="2" destOrd="0" presId="urn:microsoft.com/office/officeart/2005/8/layout/hierarchy3"/>
    <dgm:cxn modelId="{B33F01AD-7C71-49DE-89A3-BB8E36B8A3C4}" type="presParOf" srcId="{BE9B11DF-029D-409F-88AF-D39EC9DC7C25}" destId="{E7A7ECDD-7B66-41EF-8BCD-42AF2C4462D5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053CF32-A19D-4A45-8830-CAC09E65421A}" type="doc">
      <dgm:prSet loTypeId="urn:microsoft.com/office/officeart/2005/8/layout/radial4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2045AB8-A475-4A3F-8890-1FCE2A1408F8}">
      <dgm:prSet phldrT="[Text]"/>
      <dgm:spPr>
        <a:solidFill>
          <a:schemeClr val="accent1">
            <a:hueOff val="0"/>
            <a:satOff val="0"/>
            <a:lumOff val="0"/>
          </a:schemeClr>
        </a:solidFill>
      </dgm:spPr>
      <dgm:t>
        <a:bodyPr/>
        <a:lstStyle/>
        <a:p>
          <a:r>
            <a:rPr lang="en-IN" dirty="0"/>
            <a:t>Compounds containing </a:t>
          </a:r>
          <a:r>
            <a:rPr lang="en-IN" i="1" dirty="0"/>
            <a:t>sp</a:t>
          </a:r>
          <a:r>
            <a:rPr lang="en-IN" baseline="30000" dirty="0"/>
            <a:t>3</a:t>
          </a:r>
          <a:r>
            <a:rPr lang="en-IN" dirty="0"/>
            <a:t> C−OH bond </a:t>
          </a:r>
          <a:endParaRPr lang="en-US" dirty="0"/>
        </a:p>
      </dgm:t>
    </dgm:pt>
    <dgm:pt modelId="{6A50251D-C638-4DE8-AF33-DB7DEE62ECEC}" type="parTrans" cxnId="{A4C8D9E1-0894-42D9-BE26-0BA84757B50B}">
      <dgm:prSet/>
      <dgm:spPr/>
      <dgm:t>
        <a:bodyPr/>
        <a:lstStyle/>
        <a:p>
          <a:endParaRPr lang="en-US"/>
        </a:p>
      </dgm:t>
    </dgm:pt>
    <dgm:pt modelId="{F4BDB46F-48EC-4328-8163-E1DD49985B01}" type="sibTrans" cxnId="{A4C8D9E1-0894-42D9-BE26-0BA84757B50B}">
      <dgm:prSet/>
      <dgm:spPr/>
      <dgm:t>
        <a:bodyPr/>
        <a:lstStyle/>
        <a:p>
          <a:endParaRPr lang="en-US"/>
        </a:p>
      </dgm:t>
    </dgm:pt>
    <dgm:pt modelId="{329B969E-F115-4E56-9455-7420EB4AA835}">
      <dgm:prSet phldrT="[Text]"/>
      <dgm:spPr/>
      <dgm:t>
        <a:bodyPr/>
        <a:lstStyle/>
        <a:p>
          <a:r>
            <a:rPr lang="en-IN" dirty="0"/>
            <a:t>Alkyl alcohols (R−OH)primary, secondary, and tertiary</a:t>
          </a:r>
          <a:endParaRPr lang="en-US" dirty="0"/>
        </a:p>
      </dgm:t>
    </dgm:pt>
    <dgm:pt modelId="{9C0BE7FD-C086-4357-842E-42BD3E9489E8}" type="parTrans" cxnId="{0081E670-2DA5-4534-A373-B4BF789B86F7}">
      <dgm:prSet/>
      <dgm:spPr/>
      <dgm:t>
        <a:bodyPr/>
        <a:lstStyle/>
        <a:p>
          <a:endParaRPr lang="en-US"/>
        </a:p>
      </dgm:t>
    </dgm:pt>
    <dgm:pt modelId="{B52C811B-93F7-4DCF-A4C2-C952B586FF93}" type="sibTrans" cxnId="{0081E670-2DA5-4534-A373-B4BF789B86F7}">
      <dgm:prSet/>
      <dgm:spPr/>
      <dgm:t>
        <a:bodyPr/>
        <a:lstStyle/>
        <a:p>
          <a:endParaRPr lang="en-US"/>
        </a:p>
      </dgm:t>
    </dgm:pt>
    <dgm:pt modelId="{A0A1F976-83E2-4BAE-B4E9-572D6B1B09AF}">
      <dgm:prSet phldrT="[Text]"/>
      <dgm:spPr/>
      <dgm:t>
        <a:bodyPr/>
        <a:lstStyle/>
        <a:p>
          <a:r>
            <a:rPr lang="en-IN" dirty="0"/>
            <a:t>Allylic alcohols  </a:t>
          </a:r>
          <a:endParaRPr lang="en-US" dirty="0"/>
        </a:p>
      </dgm:t>
    </dgm:pt>
    <dgm:pt modelId="{81A8A990-DD5E-4272-B421-8EA01B36DCCB}" type="parTrans" cxnId="{5D493750-2AB6-4DF0-9A60-21A0E0273A03}">
      <dgm:prSet/>
      <dgm:spPr/>
      <dgm:t>
        <a:bodyPr/>
        <a:lstStyle/>
        <a:p>
          <a:endParaRPr lang="en-US"/>
        </a:p>
      </dgm:t>
    </dgm:pt>
    <dgm:pt modelId="{0B493717-7D28-4368-848F-D250D1195887}" type="sibTrans" cxnId="{5D493750-2AB6-4DF0-9A60-21A0E0273A03}">
      <dgm:prSet/>
      <dgm:spPr/>
      <dgm:t>
        <a:bodyPr/>
        <a:lstStyle/>
        <a:p>
          <a:endParaRPr lang="en-US"/>
        </a:p>
      </dgm:t>
    </dgm:pt>
    <dgm:pt modelId="{39593E5D-6755-400A-9999-FB78AC072AA3}">
      <dgm:prSet phldrT="[Text]"/>
      <dgm:spPr/>
      <dgm:t>
        <a:bodyPr/>
        <a:lstStyle/>
        <a:p>
          <a:r>
            <a:rPr lang="en-IN" dirty="0"/>
            <a:t>Benzylic alcohols </a:t>
          </a:r>
          <a:endParaRPr lang="en-US" dirty="0"/>
        </a:p>
      </dgm:t>
    </dgm:pt>
    <dgm:pt modelId="{D8E315D4-B1AF-449D-99B4-0BDD9E72AE2D}" type="parTrans" cxnId="{27FD1532-AF57-4DC7-9ABC-C100DD9DE160}">
      <dgm:prSet/>
      <dgm:spPr/>
      <dgm:t>
        <a:bodyPr/>
        <a:lstStyle/>
        <a:p>
          <a:endParaRPr lang="en-US"/>
        </a:p>
      </dgm:t>
    </dgm:pt>
    <dgm:pt modelId="{F97C9AA6-3674-4461-90EF-77D88B8928FE}" type="sibTrans" cxnId="{27FD1532-AF57-4DC7-9ABC-C100DD9DE160}">
      <dgm:prSet/>
      <dgm:spPr/>
      <dgm:t>
        <a:bodyPr/>
        <a:lstStyle/>
        <a:p>
          <a:endParaRPr lang="en-US"/>
        </a:p>
      </dgm:t>
    </dgm:pt>
    <dgm:pt modelId="{95DA72F8-34F6-40C0-899F-BA516D96799D}">
      <dgm:prSet/>
      <dgm:spPr/>
      <dgm:t>
        <a:bodyPr/>
        <a:lstStyle/>
        <a:p>
          <a:endParaRPr lang="en-US"/>
        </a:p>
      </dgm:t>
    </dgm:pt>
    <dgm:pt modelId="{C836DAE2-C9AF-4A55-B21D-AD1338A7E5E2}" type="parTrans" cxnId="{1F831DCC-E3F4-4AA0-8F4D-492FF31FBE1B}">
      <dgm:prSet/>
      <dgm:spPr/>
      <dgm:t>
        <a:bodyPr/>
        <a:lstStyle/>
        <a:p>
          <a:endParaRPr lang="en-US"/>
        </a:p>
      </dgm:t>
    </dgm:pt>
    <dgm:pt modelId="{520AD563-CEBC-4A4C-964B-CD7CDF8D1E51}" type="sibTrans" cxnId="{1F831DCC-E3F4-4AA0-8F4D-492FF31FBE1B}">
      <dgm:prSet/>
      <dgm:spPr/>
      <dgm:t>
        <a:bodyPr/>
        <a:lstStyle/>
        <a:p>
          <a:endParaRPr lang="en-US"/>
        </a:p>
      </dgm:t>
    </dgm:pt>
    <dgm:pt modelId="{5469CBFE-8E55-4637-9825-563F027084E6}">
      <dgm:prSet/>
      <dgm:spPr/>
      <dgm:t>
        <a:bodyPr/>
        <a:lstStyle/>
        <a:p>
          <a:endParaRPr lang="en-US"/>
        </a:p>
      </dgm:t>
    </dgm:pt>
    <dgm:pt modelId="{9A5FA113-E881-44CC-85A6-FCF80E0D8165}" type="parTrans" cxnId="{2B858B57-0C5A-4AB1-8AEC-1161B1DB4B81}">
      <dgm:prSet/>
      <dgm:spPr/>
      <dgm:t>
        <a:bodyPr/>
        <a:lstStyle/>
        <a:p>
          <a:endParaRPr lang="en-US"/>
        </a:p>
      </dgm:t>
    </dgm:pt>
    <dgm:pt modelId="{9F0FFD7F-720D-45B3-887F-FCAAEB1B8BA9}" type="sibTrans" cxnId="{2B858B57-0C5A-4AB1-8AEC-1161B1DB4B81}">
      <dgm:prSet/>
      <dgm:spPr/>
      <dgm:t>
        <a:bodyPr/>
        <a:lstStyle/>
        <a:p>
          <a:endParaRPr lang="en-US"/>
        </a:p>
      </dgm:t>
    </dgm:pt>
    <dgm:pt modelId="{EE0E6057-4BB8-4531-946E-5DEEF21A78F7}" type="pres">
      <dgm:prSet presAssocID="{E053CF32-A19D-4A45-8830-CAC09E65421A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90E3D03D-B62F-44F6-AB93-53BA0556DF3D}" type="pres">
      <dgm:prSet presAssocID="{A2045AB8-A475-4A3F-8890-1FCE2A1408F8}" presName="centerShape" presStyleLbl="node0" presStyleIdx="0" presStyleCnt="1" custScaleX="110634" custScaleY="98274" custLinFactNeighborX="-2145" custLinFactNeighborY="-45918"/>
      <dgm:spPr/>
    </dgm:pt>
    <dgm:pt modelId="{1AD56A27-C680-4E5A-85AA-E6B5B5BD482E}" type="pres">
      <dgm:prSet presAssocID="{9C0BE7FD-C086-4357-842E-42BD3E9489E8}" presName="parTrans" presStyleLbl="bgSibTrans2D1" presStyleIdx="0" presStyleCnt="3" custAng="5173117" custFlipHor="1" custScaleX="41817" custScaleY="118827" custLinFactNeighborX="35382" custLinFactNeighborY="-44656"/>
      <dgm:spPr/>
    </dgm:pt>
    <dgm:pt modelId="{5A731611-84C6-4E71-B46A-CF90CC37ADFE}" type="pres">
      <dgm:prSet presAssocID="{329B969E-F115-4E56-9455-7420EB4AA835}" presName="node" presStyleLbl="node1" presStyleIdx="0" presStyleCnt="3" custScaleX="97237" custScaleY="158018" custRadScaleRad="83190" custRadScaleInc="-27691">
        <dgm:presLayoutVars>
          <dgm:bulletEnabled val="1"/>
        </dgm:presLayoutVars>
      </dgm:prSet>
      <dgm:spPr/>
    </dgm:pt>
    <dgm:pt modelId="{CC94A5EB-8372-4558-90FB-32D8B6BD27A5}" type="pres">
      <dgm:prSet presAssocID="{81A8A990-DD5E-4272-B421-8EA01B36DCCB}" presName="parTrans" presStyleLbl="bgSibTrans2D1" presStyleIdx="1" presStyleCnt="3" custAng="11522498" custScaleX="38726" custScaleY="118827" custLinFactNeighborX="-31064" custLinFactNeighborY="-53563"/>
      <dgm:spPr/>
    </dgm:pt>
    <dgm:pt modelId="{2C8DA794-E086-469C-A483-36320D081782}" type="pres">
      <dgm:prSet presAssocID="{A0A1F976-83E2-4BAE-B4E9-572D6B1B09AF}" presName="node" presStyleLbl="node1" presStyleIdx="1" presStyleCnt="3" custScaleX="112100" custScaleY="43099" custRadScaleRad="103784" custRadScaleInc="93790">
        <dgm:presLayoutVars>
          <dgm:bulletEnabled val="1"/>
        </dgm:presLayoutVars>
      </dgm:prSet>
      <dgm:spPr/>
    </dgm:pt>
    <dgm:pt modelId="{FCF50A8D-07EB-41FC-B7B8-E68E724DCADF}" type="pres">
      <dgm:prSet presAssocID="{D8E315D4-B1AF-449D-99B4-0BDD9E72AE2D}" presName="parTrans" presStyleLbl="bgSibTrans2D1" presStyleIdx="2" presStyleCnt="3" custAng="11630102" custScaleX="64316" custScaleY="118827" custLinFactNeighborX="-30277" custLinFactNeighborY="-30862"/>
      <dgm:spPr/>
    </dgm:pt>
    <dgm:pt modelId="{407B9B0C-FD08-4A39-8695-5A3737937700}" type="pres">
      <dgm:prSet presAssocID="{39593E5D-6755-400A-9999-FB78AC072AA3}" presName="node" presStyleLbl="node1" presStyleIdx="2" presStyleCnt="3" custScaleX="110186" custScaleY="41439" custRadScaleRad="66530" custRadScaleInc="54283">
        <dgm:presLayoutVars>
          <dgm:bulletEnabled val="1"/>
        </dgm:presLayoutVars>
      </dgm:prSet>
      <dgm:spPr/>
    </dgm:pt>
  </dgm:ptLst>
  <dgm:cxnLst>
    <dgm:cxn modelId="{0341250E-3777-4513-8117-1256FB405DBC}" type="presOf" srcId="{A0A1F976-83E2-4BAE-B4E9-572D6B1B09AF}" destId="{2C8DA794-E086-469C-A483-36320D081782}" srcOrd="0" destOrd="0" presId="urn:microsoft.com/office/officeart/2005/8/layout/radial4"/>
    <dgm:cxn modelId="{0437952B-D787-4B77-8BC0-250A5988B0DF}" type="presOf" srcId="{E053CF32-A19D-4A45-8830-CAC09E65421A}" destId="{EE0E6057-4BB8-4531-946E-5DEEF21A78F7}" srcOrd="0" destOrd="0" presId="urn:microsoft.com/office/officeart/2005/8/layout/radial4"/>
    <dgm:cxn modelId="{27FD1532-AF57-4DC7-9ABC-C100DD9DE160}" srcId="{A2045AB8-A475-4A3F-8890-1FCE2A1408F8}" destId="{39593E5D-6755-400A-9999-FB78AC072AA3}" srcOrd="2" destOrd="0" parTransId="{D8E315D4-B1AF-449D-99B4-0BDD9E72AE2D}" sibTransId="{F97C9AA6-3674-4461-90EF-77D88B8928FE}"/>
    <dgm:cxn modelId="{0F910A3B-6AA3-4F7C-96D4-F6C9EFA2A720}" type="presOf" srcId="{39593E5D-6755-400A-9999-FB78AC072AA3}" destId="{407B9B0C-FD08-4A39-8695-5A3737937700}" srcOrd="0" destOrd="0" presId="urn:microsoft.com/office/officeart/2005/8/layout/radial4"/>
    <dgm:cxn modelId="{CAD4004F-EF48-487C-BA6D-7E5AEB884179}" type="presOf" srcId="{9C0BE7FD-C086-4357-842E-42BD3E9489E8}" destId="{1AD56A27-C680-4E5A-85AA-E6B5B5BD482E}" srcOrd="0" destOrd="0" presId="urn:microsoft.com/office/officeart/2005/8/layout/radial4"/>
    <dgm:cxn modelId="{5D493750-2AB6-4DF0-9A60-21A0E0273A03}" srcId="{A2045AB8-A475-4A3F-8890-1FCE2A1408F8}" destId="{A0A1F976-83E2-4BAE-B4E9-572D6B1B09AF}" srcOrd="1" destOrd="0" parTransId="{81A8A990-DD5E-4272-B421-8EA01B36DCCB}" sibTransId="{0B493717-7D28-4368-848F-D250D1195887}"/>
    <dgm:cxn modelId="{0081E670-2DA5-4534-A373-B4BF789B86F7}" srcId="{A2045AB8-A475-4A3F-8890-1FCE2A1408F8}" destId="{329B969E-F115-4E56-9455-7420EB4AA835}" srcOrd="0" destOrd="0" parTransId="{9C0BE7FD-C086-4357-842E-42BD3E9489E8}" sibTransId="{B52C811B-93F7-4DCF-A4C2-C952B586FF93}"/>
    <dgm:cxn modelId="{2B858B57-0C5A-4AB1-8AEC-1161B1DB4B81}" srcId="{95DA72F8-34F6-40C0-899F-BA516D96799D}" destId="{5469CBFE-8E55-4637-9825-563F027084E6}" srcOrd="0" destOrd="0" parTransId="{9A5FA113-E881-44CC-85A6-FCF80E0D8165}" sibTransId="{9F0FFD7F-720D-45B3-887F-FCAAEB1B8BA9}"/>
    <dgm:cxn modelId="{C46F6F95-7ACD-4AE8-A524-5BCF14D845CF}" type="presOf" srcId="{329B969E-F115-4E56-9455-7420EB4AA835}" destId="{5A731611-84C6-4E71-B46A-CF90CC37ADFE}" srcOrd="0" destOrd="0" presId="urn:microsoft.com/office/officeart/2005/8/layout/radial4"/>
    <dgm:cxn modelId="{443CEFC1-4F7C-4C21-AE60-154FAF5DF66C}" type="presOf" srcId="{81A8A990-DD5E-4272-B421-8EA01B36DCCB}" destId="{CC94A5EB-8372-4558-90FB-32D8B6BD27A5}" srcOrd="0" destOrd="0" presId="urn:microsoft.com/office/officeart/2005/8/layout/radial4"/>
    <dgm:cxn modelId="{812A7EC3-CB8F-42E8-B7D7-C2C88C8E43E8}" type="presOf" srcId="{A2045AB8-A475-4A3F-8890-1FCE2A1408F8}" destId="{90E3D03D-B62F-44F6-AB93-53BA0556DF3D}" srcOrd="0" destOrd="0" presId="urn:microsoft.com/office/officeart/2005/8/layout/radial4"/>
    <dgm:cxn modelId="{1F831DCC-E3F4-4AA0-8F4D-492FF31FBE1B}" srcId="{E053CF32-A19D-4A45-8830-CAC09E65421A}" destId="{95DA72F8-34F6-40C0-899F-BA516D96799D}" srcOrd="1" destOrd="0" parTransId="{C836DAE2-C9AF-4A55-B21D-AD1338A7E5E2}" sibTransId="{520AD563-CEBC-4A4C-964B-CD7CDF8D1E51}"/>
    <dgm:cxn modelId="{A4C8D9E1-0894-42D9-BE26-0BA84757B50B}" srcId="{E053CF32-A19D-4A45-8830-CAC09E65421A}" destId="{A2045AB8-A475-4A3F-8890-1FCE2A1408F8}" srcOrd="0" destOrd="0" parTransId="{6A50251D-C638-4DE8-AF33-DB7DEE62ECEC}" sibTransId="{F4BDB46F-48EC-4328-8163-E1DD49985B01}"/>
    <dgm:cxn modelId="{31F880EC-9C90-41AA-B6BE-5F163414F909}" type="presOf" srcId="{D8E315D4-B1AF-449D-99B4-0BDD9E72AE2D}" destId="{FCF50A8D-07EB-41FC-B7B8-E68E724DCADF}" srcOrd="0" destOrd="0" presId="urn:microsoft.com/office/officeart/2005/8/layout/radial4"/>
    <dgm:cxn modelId="{8269F701-E44E-4C54-997F-DFCC54A1AF3D}" type="presParOf" srcId="{EE0E6057-4BB8-4531-946E-5DEEF21A78F7}" destId="{90E3D03D-B62F-44F6-AB93-53BA0556DF3D}" srcOrd="0" destOrd="0" presId="urn:microsoft.com/office/officeart/2005/8/layout/radial4"/>
    <dgm:cxn modelId="{19B9C067-D542-44B5-B256-A328F658DF7E}" type="presParOf" srcId="{EE0E6057-4BB8-4531-946E-5DEEF21A78F7}" destId="{1AD56A27-C680-4E5A-85AA-E6B5B5BD482E}" srcOrd="1" destOrd="0" presId="urn:microsoft.com/office/officeart/2005/8/layout/radial4"/>
    <dgm:cxn modelId="{F3CD86E0-111B-4E22-A261-CC26D32C3B12}" type="presParOf" srcId="{EE0E6057-4BB8-4531-946E-5DEEF21A78F7}" destId="{5A731611-84C6-4E71-B46A-CF90CC37ADFE}" srcOrd="2" destOrd="0" presId="urn:microsoft.com/office/officeart/2005/8/layout/radial4"/>
    <dgm:cxn modelId="{49DD0D3F-D809-42A2-88EF-FDE03197FF6A}" type="presParOf" srcId="{EE0E6057-4BB8-4531-946E-5DEEF21A78F7}" destId="{CC94A5EB-8372-4558-90FB-32D8B6BD27A5}" srcOrd="3" destOrd="0" presId="urn:microsoft.com/office/officeart/2005/8/layout/radial4"/>
    <dgm:cxn modelId="{482269AC-BA29-422E-9B9A-AA8DA6415946}" type="presParOf" srcId="{EE0E6057-4BB8-4531-946E-5DEEF21A78F7}" destId="{2C8DA794-E086-469C-A483-36320D081782}" srcOrd="4" destOrd="0" presId="urn:microsoft.com/office/officeart/2005/8/layout/radial4"/>
    <dgm:cxn modelId="{B40CE3E9-F055-47D9-9142-554371055ED7}" type="presParOf" srcId="{EE0E6057-4BB8-4531-946E-5DEEF21A78F7}" destId="{FCF50A8D-07EB-41FC-B7B8-E68E724DCADF}" srcOrd="5" destOrd="0" presId="urn:microsoft.com/office/officeart/2005/8/layout/radial4"/>
    <dgm:cxn modelId="{216C5FC1-B7A2-49CA-949A-79A696370538}" type="presParOf" srcId="{EE0E6057-4BB8-4531-946E-5DEEF21A78F7}" destId="{407B9B0C-FD08-4A39-8695-5A3737937700}" srcOrd="6" destOrd="0" presId="urn:microsoft.com/office/officeart/2005/8/layout/radial4"/>
  </dgm:cxnLst>
  <dgm:bg/>
  <dgm:whole>
    <a:ln>
      <a:solidFill>
        <a:schemeClr val="lt1">
          <a:hueOff val="0"/>
          <a:satOff val="0"/>
          <a:lumOff val="0"/>
        </a:schemeClr>
      </a:solidFill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1E22186-A757-4B8C-9C15-16B43223651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D38B78D-E85B-4A67-BD64-719BA26E7744}">
      <dgm:prSet phldrT="[Text]" custT="1"/>
      <dgm:spPr>
        <a:solidFill>
          <a:schemeClr val="accent1">
            <a:hueOff val="0"/>
            <a:satOff val="0"/>
            <a:lumOff val="0"/>
            <a:alpha val="83000"/>
          </a:schemeClr>
        </a:solidFill>
      </dgm:spPr>
      <dgm:t>
        <a:bodyPr/>
        <a:lstStyle/>
        <a:p>
          <a:r>
            <a:rPr lang="en-US" sz="2800" baseline="0" dirty="0">
              <a:latin typeface="Arial" panose="020B0604020202020204" pitchFamily="34" charset="0"/>
              <a:cs typeface="Arial" panose="020B0604020202020204" pitchFamily="34" charset="0"/>
            </a:rPr>
            <a:t>Compounds containingC</a:t>
          </a:r>
          <a:r>
            <a:rPr lang="en-US" sz="2800" baseline="-25000" dirty="0">
              <a:latin typeface="Arial" panose="020B0604020202020204" pitchFamily="34" charset="0"/>
              <a:cs typeface="Arial" panose="020B0604020202020204" pitchFamily="34" charset="0"/>
            </a:rPr>
            <a:t>sp2</a:t>
          </a:r>
          <a:r>
            <a:rPr lang="en-US" sz="2800" baseline="0" dirty="0">
              <a:latin typeface="Arial" panose="020B0604020202020204" pitchFamily="34" charset="0"/>
              <a:cs typeface="Arial" panose="020B0604020202020204" pitchFamily="34" charset="0"/>
            </a:rPr>
            <a:t> –OH bond.</a:t>
          </a:r>
        </a:p>
      </dgm:t>
    </dgm:pt>
    <dgm:pt modelId="{56E1D5FE-861F-4A93-8284-944A2686FE7B}" type="parTrans" cxnId="{50427148-9F29-4C50-8758-47AED209AC02}">
      <dgm:prSet/>
      <dgm:spPr/>
      <dgm:t>
        <a:bodyPr/>
        <a:lstStyle/>
        <a:p>
          <a:endParaRPr lang="en-US" baseline="0"/>
        </a:p>
      </dgm:t>
    </dgm:pt>
    <dgm:pt modelId="{37456EB6-4776-40B5-834D-A7002F3E2CC3}" type="sibTrans" cxnId="{50427148-9F29-4C50-8758-47AED209AC02}">
      <dgm:prSet/>
      <dgm:spPr/>
      <dgm:t>
        <a:bodyPr/>
        <a:lstStyle/>
        <a:p>
          <a:endParaRPr lang="en-US" baseline="0"/>
        </a:p>
      </dgm:t>
    </dgm:pt>
    <dgm:pt modelId="{465E472C-344A-48D4-BAE2-7375E7177A5B}">
      <dgm:prSet phldrT="[Text]"/>
      <dgm:spPr>
        <a:solidFill>
          <a:schemeClr val="accent1">
            <a:hueOff val="0"/>
            <a:satOff val="0"/>
            <a:lumOff val="0"/>
            <a:alpha val="84000"/>
          </a:schemeClr>
        </a:solidFill>
      </dgm:spPr>
      <dgm:t>
        <a:bodyPr/>
        <a:lstStyle/>
        <a:p>
          <a:r>
            <a:rPr lang="en-US" baseline="0" dirty="0"/>
            <a:t>-OH group bonded to a carbon – carbon double bond</a:t>
          </a:r>
        </a:p>
        <a:p>
          <a:r>
            <a:rPr lang="en-US" baseline="0" dirty="0" err="1"/>
            <a:t>Eg</a:t>
          </a:r>
          <a:r>
            <a:rPr lang="en-US" baseline="0" dirty="0"/>
            <a:t>. CH</a:t>
          </a:r>
          <a:r>
            <a:rPr lang="en-US" baseline="-25000" dirty="0"/>
            <a:t>2</a:t>
          </a:r>
          <a:r>
            <a:rPr lang="en-US" baseline="0" dirty="0"/>
            <a:t> </a:t>
          </a:r>
          <a:r>
            <a:rPr lang="en-US" baseline="0" dirty="0">
              <a:solidFill>
                <a:srgbClr val="FF0000"/>
              </a:solidFill>
            </a:rPr>
            <a:t>=</a:t>
          </a:r>
          <a:r>
            <a:rPr lang="en-US" baseline="0" dirty="0"/>
            <a:t> CH – OH (</a:t>
          </a:r>
          <a:r>
            <a:rPr lang="en-US" baseline="0" dirty="0" err="1"/>
            <a:t>Vinylic</a:t>
          </a:r>
          <a:r>
            <a:rPr lang="en-US" baseline="0" dirty="0"/>
            <a:t>  alcohol)</a:t>
          </a:r>
        </a:p>
        <a:p>
          <a:endParaRPr lang="en-US" baseline="0" dirty="0"/>
        </a:p>
      </dgm:t>
    </dgm:pt>
    <dgm:pt modelId="{832B6F8D-BA12-4717-823C-B9624CCAAA57}" type="parTrans" cxnId="{72AD9F9E-37AE-4F13-9C85-C395B2CB08EF}">
      <dgm:prSet/>
      <dgm:spPr/>
      <dgm:t>
        <a:bodyPr/>
        <a:lstStyle/>
        <a:p>
          <a:endParaRPr lang="en-US" baseline="0"/>
        </a:p>
      </dgm:t>
    </dgm:pt>
    <dgm:pt modelId="{98BEFC65-DBB4-4F0C-A0C0-52A287242874}" type="sibTrans" cxnId="{72AD9F9E-37AE-4F13-9C85-C395B2CB08EF}">
      <dgm:prSet/>
      <dgm:spPr/>
      <dgm:t>
        <a:bodyPr/>
        <a:lstStyle/>
        <a:p>
          <a:endParaRPr lang="en-US" baseline="0"/>
        </a:p>
      </dgm:t>
    </dgm:pt>
    <dgm:pt modelId="{EB306AE0-B6AA-41F2-B629-1144E96AD335}" type="pres">
      <dgm:prSet presAssocID="{A1E22186-A757-4B8C-9C15-16B432236519}" presName="linear" presStyleCnt="0">
        <dgm:presLayoutVars>
          <dgm:animLvl val="lvl"/>
          <dgm:resizeHandles val="exact"/>
        </dgm:presLayoutVars>
      </dgm:prSet>
      <dgm:spPr/>
    </dgm:pt>
    <dgm:pt modelId="{4FE05177-8EAF-402B-B5AC-6C6ED0BA635C}" type="pres">
      <dgm:prSet presAssocID="{3D38B78D-E85B-4A67-BD64-719BA26E7744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F5163A9D-CA0F-4DD7-86C6-D1CBBCE1ACDB}" type="pres">
      <dgm:prSet presAssocID="{37456EB6-4776-40B5-834D-A7002F3E2CC3}" presName="spacer" presStyleCnt="0"/>
      <dgm:spPr/>
    </dgm:pt>
    <dgm:pt modelId="{2547D604-26A5-4C22-B4B5-DE4CBFD775FD}" type="pres">
      <dgm:prSet presAssocID="{465E472C-344A-48D4-BAE2-7375E7177A5B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6E9AF53B-4915-4DFC-8D95-5DAAC78FAB4A}" type="presOf" srcId="{3D38B78D-E85B-4A67-BD64-719BA26E7744}" destId="{4FE05177-8EAF-402B-B5AC-6C6ED0BA635C}" srcOrd="0" destOrd="0" presId="urn:microsoft.com/office/officeart/2005/8/layout/vList2"/>
    <dgm:cxn modelId="{50427148-9F29-4C50-8758-47AED209AC02}" srcId="{A1E22186-A757-4B8C-9C15-16B432236519}" destId="{3D38B78D-E85B-4A67-BD64-719BA26E7744}" srcOrd="0" destOrd="0" parTransId="{56E1D5FE-861F-4A93-8284-944A2686FE7B}" sibTransId="{37456EB6-4776-40B5-834D-A7002F3E2CC3}"/>
    <dgm:cxn modelId="{9B02BD57-2E95-4087-9EAF-C23AE9C249A3}" type="presOf" srcId="{A1E22186-A757-4B8C-9C15-16B432236519}" destId="{EB306AE0-B6AA-41F2-B629-1144E96AD335}" srcOrd="0" destOrd="0" presId="urn:microsoft.com/office/officeart/2005/8/layout/vList2"/>
    <dgm:cxn modelId="{72AD9F9E-37AE-4F13-9C85-C395B2CB08EF}" srcId="{A1E22186-A757-4B8C-9C15-16B432236519}" destId="{465E472C-344A-48D4-BAE2-7375E7177A5B}" srcOrd="1" destOrd="0" parTransId="{832B6F8D-BA12-4717-823C-B9624CCAAA57}" sibTransId="{98BEFC65-DBB4-4F0C-A0C0-52A287242874}"/>
    <dgm:cxn modelId="{422502DA-9A31-453B-80FD-284879076A33}" type="presOf" srcId="{465E472C-344A-48D4-BAE2-7375E7177A5B}" destId="{2547D604-26A5-4C22-B4B5-DE4CBFD775FD}" srcOrd="0" destOrd="0" presId="urn:microsoft.com/office/officeart/2005/8/layout/vList2"/>
    <dgm:cxn modelId="{A06944BE-073A-4884-844A-5B4F9B5DD404}" type="presParOf" srcId="{EB306AE0-B6AA-41F2-B629-1144E96AD335}" destId="{4FE05177-8EAF-402B-B5AC-6C6ED0BA635C}" srcOrd="0" destOrd="0" presId="urn:microsoft.com/office/officeart/2005/8/layout/vList2"/>
    <dgm:cxn modelId="{682C7492-2B29-4148-BCD8-3C40BF9FCA64}" type="presParOf" srcId="{EB306AE0-B6AA-41F2-B629-1144E96AD335}" destId="{F5163A9D-CA0F-4DD7-86C6-D1CBBCE1ACDB}" srcOrd="1" destOrd="0" presId="urn:microsoft.com/office/officeart/2005/8/layout/vList2"/>
    <dgm:cxn modelId="{DFF2B46B-5BF3-4427-9553-AA22E7716E77}" type="presParOf" srcId="{EB306AE0-B6AA-41F2-B629-1144E96AD335}" destId="{2547D604-26A5-4C22-B4B5-DE4CBFD775FD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FC5EC3C-E7E0-48DE-AA28-A2FBC5E9C2D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883785D-477D-4EC4-AF84-1A3C3E630EB6}">
      <dgm:prSet phldrT="[Text]" custT="1"/>
      <dgm:spPr/>
      <dgm:t>
        <a:bodyPr/>
        <a:lstStyle/>
        <a:p>
          <a:r>
            <a:rPr lang="en-US" sz="3200" dirty="0">
              <a:latin typeface="Arial" panose="020B0604020202020204" pitchFamily="34" charset="0"/>
              <a:cs typeface="Arial" panose="020B0604020202020204" pitchFamily="34" charset="0"/>
            </a:rPr>
            <a:t>Ethers</a:t>
          </a:r>
        </a:p>
      </dgm:t>
    </dgm:pt>
    <dgm:pt modelId="{CB57D08F-890E-47A7-B0EF-3D08D7AB8B76}" type="parTrans" cxnId="{98338264-8D4F-498A-B44D-6A0A64D961ED}">
      <dgm:prSet/>
      <dgm:spPr/>
      <dgm:t>
        <a:bodyPr/>
        <a:lstStyle/>
        <a:p>
          <a:endParaRPr lang="en-US"/>
        </a:p>
      </dgm:t>
    </dgm:pt>
    <dgm:pt modelId="{6629E43F-0EA9-4F5E-B0BA-A5A7EE1C3CBC}" type="sibTrans" cxnId="{98338264-8D4F-498A-B44D-6A0A64D961ED}">
      <dgm:prSet/>
      <dgm:spPr/>
      <dgm:t>
        <a:bodyPr/>
        <a:lstStyle/>
        <a:p>
          <a:endParaRPr lang="en-US"/>
        </a:p>
      </dgm:t>
    </dgm:pt>
    <dgm:pt modelId="{0E2B5860-2644-42B5-891A-C9E8D6FA8EE7}">
      <dgm:prSet phldrT="[Text]" custT="1"/>
      <dgm:spPr/>
      <dgm:t>
        <a:bodyPr/>
        <a:lstStyle/>
        <a:p>
          <a:r>
            <a:rPr lang="en-US" sz="2400" dirty="0"/>
            <a:t>Simple or Symmetrical</a:t>
          </a:r>
        </a:p>
        <a:p>
          <a:r>
            <a:rPr lang="en-US" sz="2400" dirty="0"/>
            <a:t>C</a:t>
          </a:r>
          <a:r>
            <a:rPr lang="en-US" sz="2400" baseline="-25000" dirty="0"/>
            <a:t>2</a:t>
          </a:r>
          <a:r>
            <a:rPr lang="en-US" sz="2400" dirty="0"/>
            <a:t>H</a:t>
          </a:r>
          <a:r>
            <a:rPr lang="en-US" sz="2400" baseline="-25000" dirty="0"/>
            <a:t>5</a:t>
          </a:r>
          <a:r>
            <a:rPr lang="en-US" sz="2400" dirty="0"/>
            <a:t>OC</a:t>
          </a:r>
          <a:r>
            <a:rPr lang="en-US" sz="2400" baseline="-25000" dirty="0"/>
            <a:t>2</a:t>
          </a:r>
          <a:r>
            <a:rPr lang="en-US" sz="2400" dirty="0"/>
            <a:t>H</a:t>
          </a:r>
          <a:r>
            <a:rPr lang="en-US" sz="2400" baseline="-25000" dirty="0"/>
            <a:t>5</a:t>
          </a:r>
        </a:p>
      </dgm:t>
    </dgm:pt>
    <dgm:pt modelId="{373AC562-4943-4AC2-A2CA-20F8B3AF36FD}" type="parTrans" cxnId="{596B0923-933A-47D9-A133-35EEF58C394E}">
      <dgm:prSet/>
      <dgm:spPr/>
      <dgm:t>
        <a:bodyPr/>
        <a:lstStyle/>
        <a:p>
          <a:endParaRPr lang="en-US"/>
        </a:p>
      </dgm:t>
    </dgm:pt>
    <dgm:pt modelId="{71BEE9C1-B5E2-45F8-896E-A1265C14069A}" type="sibTrans" cxnId="{596B0923-933A-47D9-A133-35EEF58C394E}">
      <dgm:prSet/>
      <dgm:spPr/>
      <dgm:t>
        <a:bodyPr/>
        <a:lstStyle/>
        <a:p>
          <a:endParaRPr lang="en-US"/>
        </a:p>
      </dgm:t>
    </dgm:pt>
    <dgm:pt modelId="{209B5C7B-2418-4527-931B-0C3D7D2B3142}">
      <dgm:prSet phldrT="[Text]" custT="1"/>
      <dgm:spPr/>
      <dgm:t>
        <a:bodyPr/>
        <a:lstStyle/>
        <a:p>
          <a:r>
            <a:rPr lang="en-US" sz="2100" dirty="0"/>
            <a:t>Mixed or </a:t>
          </a:r>
          <a:r>
            <a:rPr lang="en-US" sz="2000" dirty="0"/>
            <a:t>Unsymmetrical</a:t>
          </a:r>
          <a:endParaRPr lang="en-US" sz="2100" dirty="0"/>
        </a:p>
        <a:p>
          <a:r>
            <a:rPr lang="en-US" sz="2100" dirty="0"/>
            <a:t>C</a:t>
          </a:r>
          <a:r>
            <a:rPr lang="en-US" sz="2100" baseline="-25000" dirty="0"/>
            <a:t>2</a:t>
          </a:r>
          <a:r>
            <a:rPr lang="en-US" sz="2100" dirty="0"/>
            <a:t>H</a:t>
          </a:r>
          <a:r>
            <a:rPr lang="en-US" sz="2100" baseline="-25000" dirty="0"/>
            <a:t>5</a:t>
          </a:r>
          <a:r>
            <a:rPr lang="en-US" sz="2100" dirty="0"/>
            <a:t>OC</a:t>
          </a:r>
          <a:r>
            <a:rPr lang="en-US" sz="2100" baseline="-25000" dirty="0"/>
            <a:t>6</a:t>
          </a:r>
          <a:r>
            <a:rPr lang="en-US" sz="2100" dirty="0"/>
            <a:t>H</a:t>
          </a:r>
          <a:r>
            <a:rPr lang="en-US" sz="2100" baseline="-25000" dirty="0"/>
            <a:t>5</a:t>
          </a:r>
        </a:p>
      </dgm:t>
    </dgm:pt>
    <dgm:pt modelId="{71602A52-EFDA-4EDE-B189-DB84A4E4B3EE}" type="parTrans" cxnId="{5C867B92-A25A-4629-ABEF-9F16A1826E36}">
      <dgm:prSet/>
      <dgm:spPr/>
      <dgm:t>
        <a:bodyPr/>
        <a:lstStyle/>
        <a:p>
          <a:endParaRPr lang="en-US"/>
        </a:p>
      </dgm:t>
    </dgm:pt>
    <dgm:pt modelId="{B12066BD-5187-49C7-ACBF-E6BBB1725984}" type="sibTrans" cxnId="{5C867B92-A25A-4629-ABEF-9F16A1826E36}">
      <dgm:prSet/>
      <dgm:spPr/>
      <dgm:t>
        <a:bodyPr/>
        <a:lstStyle/>
        <a:p>
          <a:endParaRPr lang="en-US"/>
        </a:p>
      </dgm:t>
    </dgm:pt>
    <dgm:pt modelId="{1C5ECBC7-733F-4E9F-9C2F-AF22C5B759F4}" type="pres">
      <dgm:prSet presAssocID="{7FC5EC3C-E7E0-48DE-AA28-A2FBC5E9C2D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93ACE4E-E5B3-4908-BD31-C767F3A0066C}" type="pres">
      <dgm:prSet presAssocID="{C883785D-477D-4EC4-AF84-1A3C3E630EB6}" presName="hierRoot1" presStyleCnt="0"/>
      <dgm:spPr/>
    </dgm:pt>
    <dgm:pt modelId="{7D7F3085-AFBB-4020-8B33-1E92A0D6D93B}" type="pres">
      <dgm:prSet presAssocID="{C883785D-477D-4EC4-AF84-1A3C3E630EB6}" presName="composite" presStyleCnt="0"/>
      <dgm:spPr/>
    </dgm:pt>
    <dgm:pt modelId="{8F1ED88E-487E-4FC8-A8F7-311F54A909BC}" type="pres">
      <dgm:prSet presAssocID="{C883785D-477D-4EC4-AF84-1A3C3E630EB6}" presName="background" presStyleLbl="node0" presStyleIdx="0" presStyleCnt="1"/>
      <dgm:spPr/>
    </dgm:pt>
    <dgm:pt modelId="{6AC410A7-08C5-4628-A835-899C9BB1F0E9}" type="pres">
      <dgm:prSet presAssocID="{C883785D-477D-4EC4-AF84-1A3C3E630EB6}" presName="text" presStyleLbl="fgAcc0" presStyleIdx="0" presStyleCnt="1">
        <dgm:presLayoutVars>
          <dgm:chPref val="3"/>
        </dgm:presLayoutVars>
      </dgm:prSet>
      <dgm:spPr/>
    </dgm:pt>
    <dgm:pt modelId="{397A8567-4ADD-4832-A1DA-B25B79BF30F1}" type="pres">
      <dgm:prSet presAssocID="{C883785D-477D-4EC4-AF84-1A3C3E630EB6}" presName="hierChild2" presStyleCnt="0"/>
      <dgm:spPr/>
    </dgm:pt>
    <dgm:pt modelId="{0E9754CD-1A94-429C-8859-378560E2297E}" type="pres">
      <dgm:prSet presAssocID="{373AC562-4943-4AC2-A2CA-20F8B3AF36FD}" presName="Name10" presStyleLbl="parChTrans1D2" presStyleIdx="0" presStyleCnt="2"/>
      <dgm:spPr/>
    </dgm:pt>
    <dgm:pt modelId="{AF040E7D-9A2E-41EF-9A12-0C293BFC3845}" type="pres">
      <dgm:prSet presAssocID="{0E2B5860-2644-42B5-891A-C9E8D6FA8EE7}" presName="hierRoot2" presStyleCnt="0"/>
      <dgm:spPr/>
    </dgm:pt>
    <dgm:pt modelId="{670A2A2C-624F-4756-8026-2B6DDC6BDFB9}" type="pres">
      <dgm:prSet presAssocID="{0E2B5860-2644-42B5-891A-C9E8D6FA8EE7}" presName="composite2" presStyleCnt="0"/>
      <dgm:spPr/>
    </dgm:pt>
    <dgm:pt modelId="{B79B47AE-6E09-416C-B609-AAEFDF845FE9}" type="pres">
      <dgm:prSet presAssocID="{0E2B5860-2644-42B5-891A-C9E8D6FA8EE7}" presName="background2" presStyleLbl="node2" presStyleIdx="0" presStyleCnt="2"/>
      <dgm:spPr/>
    </dgm:pt>
    <dgm:pt modelId="{49C68AB6-F217-41D1-B549-82432F5AC3E1}" type="pres">
      <dgm:prSet presAssocID="{0E2B5860-2644-42B5-891A-C9E8D6FA8EE7}" presName="text2" presStyleLbl="fgAcc2" presStyleIdx="0" presStyleCnt="2">
        <dgm:presLayoutVars>
          <dgm:chPref val="3"/>
        </dgm:presLayoutVars>
      </dgm:prSet>
      <dgm:spPr/>
    </dgm:pt>
    <dgm:pt modelId="{91927DD6-1BB6-45E0-B3D8-5ABA7D522F42}" type="pres">
      <dgm:prSet presAssocID="{0E2B5860-2644-42B5-891A-C9E8D6FA8EE7}" presName="hierChild3" presStyleCnt="0"/>
      <dgm:spPr/>
    </dgm:pt>
    <dgm:pt modelId="{DC2B23C4-4185-4A1F-BDC3-8AC6348AAC15}" type="pres">
      <dgm:prSet presAssocID="{71602A52-EFDA-4EDE-B189-DB84A4E4B3EE}" presName="Name10" presStyleLbl="parChTrans1D2" presStyleIdx="1" presStyleCnt="2"/>
      <dgm:spPr/>
    </dgm:pt>
    <dgm:pt modelId="{02BC4390-D304-46BC-8473-C0882D296DF7}" type="pres">
      <dgm:prSet presAssocID="{209B5C7B-2418-4527-931B-0C3D7D2B3142}" presName="hierRoot2" presStyleCnt="0"/>
      <dgm:spPr/>
    </dgm:pt>
    <dgm:pt modelId="{07FCF452-F704-4032-86B7-87CB11CCFD2C}" type="pres">
      <dgm:prSet presAssocID="{209B5C7B-2418-4527-931B-0C3D7D2B3142}" presName="composite2" presStyleCnt="0"/>
      <dgm:spPr/>
    </dgm:pt>
    <dgm:pt modelId="{E132FDF5-B378-423B-9839-D13651B5F4A7}" type="pres">
      <dgm:prSet presAssocID="{209B5C7B-2418-4527-931B-0C3D7D2B3142}" presName="background2" presStyleLbl="node2" presStyleIdx="1" presStyleCnt="2"/>
      <dgm:spPr/>
    </dgm:pt>
    <dgm:pt modelId="{A1726A90-8132-4138-A600-553F3D48B38F}" type="pres">
      <dgm:prSet presAssocID="{209B5C7B-2418-4527-931B-0C3D7D2B3142}" presName="text2" presStyleLbl="fgAcc2" presStyleIdx="1" presStyleCnt="2">
        <dgm:presLayoutVars>
          <dgm:chPref val="3"/>
        </dgm:presLayoutVars>
      </dgm:prSet>
      <dgm:spPr/>
    </dgm:pt>
    <dgm:pt modelId="{B27D4884-0E54-493B-AA59-E1B2FDEB8C1C}" type="pres">
      <dgm:prSet presAssocID="{209B5C7B-2418-4527-931B-0C3D7D2B3142}" presName="hierChild3" presStyleCnt="0"/>
      <dgm:spPr/>
    </dgm:pt>
  </dgm:ptLst>
  <dgm:cxnLst>
    <dgm:cxn modelId="{596B0923-933A-47D9-A133-35EEF58C394E}" srcId="{C883785D-477D-4EC4-AF84-1A3C3E630EB6}" destId="{0E2B5860-2644-42B5-891A-C9E8D6FA8EE7}" srcOrd="0" destOrd="0" parTransId="{373AC562-4943-4AC2-A2CA-20F8B3AF36FD}" sibTransId="{71BEE9C1-B5E2-45F8-896E-A1265C14069A}"/>
    <dgm:cxn modelId="{122E6727-27F9-47B7-AD75-D954D9EA1189}" type="presOf" srcId="{209B5C7B-2418-4527-931B-0C3D7D2B3142}" destId="{A1726A90-8132-4138-A600-553F3D48B38F}" srcOrd="0" destOrd="0" presId="urn:microsoft.com/office/officeart/2005/8/layout/hierarchy1"/>
    <dgm:cxn modelId="{16B2E037-AFE6-4F98-8F64-86B466260988}" type="presOf" srcId="{0E2B5860-2644-42B5-891A-C9E8D6FA8EE7}" destId="{49C68AB6-F217-41D1-B549-82432F5AC3E1}" srcOrd="0" destOrd="0" presId="urn:microsoft.com/office/officeart/2005/8/layout/hierarchy1"/>
    <dgm:cxn modelId="{98338264-8D4F-498A-B44D-6A0A64D961ED}" srcId="{7FC5EC3C-E7E0-48DE-AA28-A2FBC5E9C2DD}" destId="{C883785D-477D-4EC4-AF84-1A3C3E630EB6}" srcOrd="0" destOrd="0" parTransId="{CB57D08F-890E-47A7-B0EF-3D08D7AB8B76}" sibTransId="{6629E43F-0EA9-4F5E-B0BA-A5A7EE1C3CBC}"/>
    <dgm:cxn modelId="{956E2C92-EBB8-4456-BC94-617877954EFE}" type="presOf" srcId="{7FC5EC3C-E7E0-48DE-AA28-A2FBC5E9C2DD}" destId="{1C5ECBC7-733F-4E9F-9C2F-AF22C5B759F4}" srcOrd="0" destOrd="0" presId="urn:microsoft.com/office/officeart/2005/8/layout/hierarchy1"/>
    <dgm:cxn modelId="{5C867B92-A25A-4629-ABEF-9F16A1826E36}" srcId="{C883785D-477D-4EC4-AF84-1A3C3E630EB6}" destId="{209B5C7B-2418-4527-931B-0C3D7D2B3142}" srcOrd="1" destOrd="0" parTransId="{71602A52-EFDA-4EDE-B189-DB84A4E4B3EE}" sibTransId="{B12066BD-5187-49C7-ACBF-E6BBB1725984}"/>
    <dgm:cxn modelId="{B33BF8AC-7FD9-45B2-8E90-BC9849C510E4}" type="presOf" srcId="{71602A52-EFDA-4EDE-B189-DB84A4E4B3EE}" destId="{DC2B23C4-4185-4A1F-BDC3-8AC6348AAC15}" srcOrd="0" destOrd="0" presId="urn:microsoft.com/office/officeart/2005/8/layout/hierarchy1"/>
    <dgm:cxn modelId="{D73794D6-3B44-4F25-9619-04C4C918A2CD}" type="presOf" srcId="{C883785D-477D-4EC4-AF84-1A3C3E630EB6}" destId="{6AC410A7-08C5-4628-A835-899C9BB1F0E9}" srcOrd="0" destOrd="0" presId="urn:microsoft.com/office/officeart/2005/8/layout/hierarchy1"/>
    <dgm:cxn modelId="{04F5A3E3-2BC0-4C57-B788-F39E85EE592D}" type="presOf" srcId="{373AC562-4943-4AC2-A2CA-20F8B3AF36FD}" destId="{0E9754CD-1A94-429C-8859-378560E2297E}" srcOrd="0" destOrd="0" presId="urn:microsoft.com/office/officeart/2005/8/layout/hierarchy1"/>
    <dgm:cxn modelId="{6289385B-F914-4D54-AA0E-F1133A7F9AB1}" type="presParOf" srcId="{1C5ECBC7-733F-4E9F-9C2F-AF22C5B759F4}" destId="{993ACE4E-E5B3-4908-BD31-C767F3A0066C}" srcOrd="0" destOrd="0" presId="urn:microsoft.com/office/officeart/2005/8/layout/hierarchy1"/>
    <dgm:cxn modelId="{5B48A726-56FE-4AD5-BA18-9E959B97EDE4}" type="presParOf" srcId="{993ACE4E-E5B3-4908-BD31-C767F3A0066C}" destId="{7D7F3085-AFBB-4020-8B33-1E92A0D6D93B}" srcOrd="0" destOrd="0" presId="urn:microsoft.com/office/officeart/2005/8/layout/hierarchy1"/>
    <dgm:cxn modelId="{7C1A7A96-31B9-4BCF-966E-214159E25718}" type="presParOf" srcId="{7D7F3085-AFBB-4020-8B33-1E92A0D6D93B}" destId="{8F1ED88E-487E-4FC8-A8F7-311F54A909BC}" srcOrd="0" destOrd="0" presId="urn:microsoft.com/office/officeart/2005/8/layout/hierarchy1"/>
    <dgm:cxn modelId="{06F5AA8D-DDAA-4D1E-97BA-FCBE5366E2AB}" type="presParOf" srcId="{7D7F3085-AFBB-4020-8B33-1E92A0D6D93B}" destId="{6AC410A7-08C5-4628-A835-899C9BB1F0E9}" srcOrd="1" destOrd="0" presId="urn:microsoft.com/office/officeart/2005/8/layout/hierarchy1"/>
    <dgm:cxn modelId="{E1E3819F-0970-425C-BC6E-D67D0DE0535A}" type="presParOf" srcId="{993ACE4E-E5B3-4908-BD31-C767F3A0066C}" destId="{397A8567-4ADD-4832-A1DA-B25B79BF30F1}" srcOrd="1" destOrd="0" presId="urn:microsoft.com/office/officeart/2005/8/layout/hierarchy1"/>
    <dgm:cxn modelId="{545D51B1-D8A3-4E54-8621-D2D9383C0DE5}" type="presParOf" srcId="{397A8567-4ADD-4832-A1DA-B25B79BF30F1}" destId="{0E9754CD-1A94-429C-8859-378560E2297E}" srcOrd="0" destOrd="0" presId="urn:microsoft.com/office/officeart/2005/8/layout/hierarchy1"/>
    <dgm:cxn modelId="{84CE69A2-9B1A-4695-ABD7-DB5C379214EA}" type="presParOf" srcId="{397A8567-4ADD-4832-A1DA-B25B79BF30F1}" destId="{AF040E7D-9A2E-41EF-9A12-0C293BFC3845}" srcOrd="1" destOrd="0" presId="urn:microsoft.com/office/officeart/2005/8/layout/hierarchy1"/>
    <dgm:cxn modelId="{7BB6D3DC-726C-44E9-AC46-6921F08032A5}" type="presParOf" srcId="{AF040E7D-9A2E-41EF-9A12-0C293BFC3845}" destId="{670A2A2C-624F-4756-8026-2B6DDC6BDFB9}" srcOrd="0" destOrd="0" presId="urn:microsoft.com/office/officeart/2005/8/layout/hierarchy1"/>
    <dgm:cxn modelId="{AA39BADA-6909-45D2-9833-8A0737CC6EB9}" type="presParOf" srcId="{670A2A2C-624F-4756-8026-2B6DDC6BDFB9}" destId="{B79B47AE-6E09-416C-B609-AAEFDF845FE9}" srcOrd="0" destOrd="0" presId="urn:microsoft.com/office/officeart/2005/8/layout/hierarchy1"/>
    <dgm:cxn modelId="{4F992A7C-3D48-4C5C-BF3F-CCEB4F11CEE3}" type="presParOf" srcId="{670A2A2C-624F-4756-8026-2B6DDC6BDFB9}" destId="{49C68AB6-F217-41D1-B549-82432F5AC3E1}" srcOrd="1" destOrd="0" presId="urn:microsoft.com/office/officeart/2005/8/layout/hierarchy1"/>
    <dgm:cxn modelId="{21C5EBBD-065D-441F-B6F5-F6752A6BFAB9}" type="presParOf" srcId="{AF040E7D-9A2E-41EF-9A12-0C293BFC3845}" destId="{91927DD6-1BB6-45E0-B3D8-5ABA7D522F42}" srcOrd="1" destOrd="0" presId="urn:microsoft.com/office/officeart/2005/8/layout/hierarchy1"/>
    <dgm:cxn modelId="{A2C8D5E3-636C-42E2-A4C2-BDEE6084E664}" type="presParOf" srcId="{397A8567-4ADD-4832-A1DA-B25B79BF30F1}" destId="{DC2B23C4-4185-4A1F-BDC3-8AC6348AAC15}" srcOrd="2" destOrd="0" presId="urn:microsoft.com/office/officeart/2005/8/layout/hierarchy1"/>
    <dgm:cxn modelId="{E2A5C5EF-A5B7-4CF3-A5F7-63EA291171F7}" type="presParOf" srcId="{397A8567-4ADD-4832-A1DA-B25B79BF30F1}" destId="{02BC4390-D304-46BC-8473-C0882D296DF7}" srcOrd="3" destOrd="0" presId="urn:microsoft.com/office/officeart/2005/8/layout/hierarchy1"/>
    <dgm:cxn modelId="{E342C5F9-FE58-438F-8BAD-AA4466C74DD3}" type="presParOf" srcId="{02BC4390-D304-46BC-8473-C0882D296DF7}" destId="{07FCF452-F704-4032-86B7-87CB11CCFD2C}" srcOrd="0" destOrd="0" presId="urn:microsoft.com/office/officeart/2005/8/layout/hierarchy1"/>
    <dgm:cxn modelId="{606DF486-4ECE-4200-BEEF-0E221C10FCE7}" type="presParOf" srcId="{07FCF452-F704-4032-86B7-87CB11CCFD2C}" destId="{E132FDF5-B378-423B-9839-D13651B5F4A7}" srcOrd="0" destOrd="0" presId="urn:microsoft.com/office/officeart/2005/8/layout/hierarchy1"/>
    <dgm:cxn modelId="{89C8E74A-4654-4E90-999A-572F48E6057B}" type="presParOf" srcId="{07FCF452-F704-4032-86B7-87CB11CCFD2C}" destId="{A1726A90-8132-4138-A600-553F3D48B38F}" srcOrd="1" destOrd="0" presId="urn:microsoft.com/office/officeart/2005/8/layout/hierarchy1"/>
    <dgm:cxn modelId="{DBFB0EE0-54CB-499A-8414-ED2337216118}" type="presParOf" srcId="{02BC4390-D304-46BC-8473-C0882D296DF7}" destId="{B27D4884-0E54-493B-AA59-E1B2FDEB8C1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9C043EA-A991-47EC-BAF7-220E87F19946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92DB9D1-5A62-49EB-BA20-D32F71146FB7}">
      <dgm:prSet phldrT="[Text]" custT="1"/>
      <dgm:spPr/>
      <dgm:t>
        <a:bodyPr/>
        <a:lstStyle/>
        <a:p>
          <a:r>
            <a:rPr lang="en-US" sz="3200" dirty="0">
              <a:solidFill>
                <a:srgbClr val="00B0F0"/>
              </a:solidFill>
            </a:rPr>
            <a:t>Preparatio</a:t>
          </a:r>
          <a:r>
            <a:rPr lang="en-US" sz="3600" dirty="0">
              <a:solidFill>
                <a:srgbClr val="00B0F0"/>
              </a:solidFill>
            </a:rPr>
            <a:t>n of Alcohols </a:t>
          </a:r>
        </a:p>
      </dgm:t>
    </dgm:pt>
    <dgm:pt modelId="{C6BF32F7-8560-416D-A1FA-9E0E3BE482E0}" type="parTrans" cxnId="{4DB6D9B3-48E2-48A4-9D03-51D06A061562}">
      <dgm:prSet/>
      <dgm:spPr/>
      <dgm:t>
        <a:bodyPr/>
        <a:lstStyle/>
        <a:p>
          <a:endParaRPr lang="en-US"/>
        </a:p>
      </dgm:t>
    </dgm:pt>
    <dgm:pt modelId="{63C1DBC0-AE9A-4982-AC80-B3DD836EB9F4}" type="sibTrans" cxnId="{4DB6D9B3-48E2-48A4-9D03-51D06A061562}">
      <dgm:prSet/>
      <dgm:spPr/>
      <dgm:t>
        <a:bodyPr/>
        <a:lstStyle/>
        <a:p>
          <a:endParaRPr lang="en-US"/>
        </a:p>
      </dgm:t>
    </dgm:pt>
    <dgm:pt modelId="{59D87778-CE67-425C-B679-E0F118385CDE}">
      <dgm:prSet phldrT="[Text]" custT="1"/>
      <dgm:spPr/>
      <dgm:t>
        <a:bodyPr/>
        <a:lstStyle/>
        <a:p>
          <a:r>
            <a:rPr lang="en-US" sz="2400" dirty="0">
              <a:solidFill>
                <a:srgbClr val="C00000"/>
              </a:solidFill>
            </a:rPr>
            <a:t>From Alkenes</a:t>
          </a:r>
        </a:p>
      </dgm:t>
    </dgm:pt>
    <dgm:pt modelId="{2F5CD0D0-ECCC-4BB2-AED8-28F56F7D7029}" type="parTrans" cxnId="{1C22A8B4-B7A8-48B7-A9FB-516823D7C4CC}">
      <dgm:prSet/>
      <dgm:spPr/>
      <dgm:t>
        <a:bodyPr/>
        <a:lstStyle/>
        <a:p>
          <a:endParaRPr lang="en-US"/>
        </a:p>
      </dgm:t>
    </dgm:pt>
    <dgm:pt modelId="{B2D0FD38-0A63-4B86-A988-D07AED4B40F2}" type="sibTrans" cxnId="{1C22A8B4-B7A8-48B7-A9FB-516823D7C4CC}">
      <dgm:prSet/>
      <dgm:spPr/>
      <dgm:t>
        <a:bodyPr/>
        <a:lstStyle/>
        <a:p>
          <a:endParaRPr lang="en-US"/>
        </a:p>
      </dgm:t>
    </dgm:pt>
    <dgm:pt modelId="{AEEDB38C-51AD-4BFB-935C-CBD4A06C8F2A}">
      <dgm:prSet phldrT="[Text]"/>
      <dgm:spPr/>
      <dgm:t>
        <a:bodyPr/>
        <a:lstStyle/>
        <a:p>
          <a:r>
            <a:rPr lang="en-US" dirty="0">
              <a:solidFill>
                <a:srgbClr val="C00000"/>
              </a:solidFill>
            </a:rPr>
            <a:t>From Carbonyl Compounds</a:t>
          </a:r>
        </a:p>
      </dgm:t>
    </dgm:pt>
    <dgm:pt modelId="{246F51E3-A648-4D00-B03B-968B1A5E125A}" type="parTrans" cxnId="{C0D5D208-2E12-454A-8169-11CDDFBE4576}">
      <dgm:prSet/>
      <dgm:spPr/>
      <dgm:t>
        <a:bodyPr/>
        <a:lstStyle/>
        <a:p>
          <a:endParaRPr lang="en-US"/>
        </a:p>
      </dgm:t>
    </dgm:pt>
    <dgm:pt modelId="{8A55C644-839E-415C-8382-F661DD32AD05}" type="sibTrans" cxnId="{C0D5D208-2E12-454A-8169-11CDDFBE4576}">
      <dgm:prSet/>
      <dgm:spPr/>
      <dgm:t>
        <a:bodyPr/>
        <a:lstStyle/>
        <a:p>
          <a:endParaRPr lang="en-US"/>
        </a:p>
      </dgm:t>
    </dgm:pt>
    <dgm:pt modelId="{C5B546E4-484D-4AFA-920F-F7FCAA6E89CC}" type="pres">
      <dgm:prSet presAssocID="{39C043EA-A991-47EC-BAF7-220E87F1994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7AA7A94-C1D4-4B7E-B3AF-98CAE3B6BAA1}" type="pres">
      <dgm:prSet presAssocID="{792DB9D1-5A62-49EB-BA20-D32F71146FB7}" presName="hierRoot1" presStyleCnt="0"/>
      <dgm:spPr/>
    </dgm:pt>
    <dgm:pt modelId="{8068B468-69CD-4F95-B970-6906D431D42A}" type="pres">
      <dgm:prSet presAssocID="{792DB9D1-5A62-49EB-BA20-D32F71146FB7}" presName="composite" presStyleCnt="0"/>
      <dgm:spPr/>
    </dgm:pt>
    <dgm:pt modelId="{1A77AE7A-235B-403D-9CEF-9BC5F5569C90}" type="pres">
      <dgm:prSet presAssocID="{792DB9D1-5A62-49EB-BA20-D32F71146FB7}" presName="background" presStyleLbl="node0" presStyleIdx="0" presStyleCnt="1"/>
      <dgm:spPr/>
    </dgm:pt>
    <dgm:pt modelId="{79270563-CDE4-4B6F-BD43-8BDCF4C4F2E6}" type="pres">
      <dgm:prSet presAssocID="{792DB9D1-5A62-49EB-BA20-D32F71146FB7}" presName="text" presStyleLbl="fgAcc0" presStyleIdx="0" presStyleCnt="1" custScaleX="276307" custScaleY="309191" custLinFactNeighborX="3305" custLinFactNeighborY="-29507">
        <dgm:presLayoutVars>
          <dgm:chPref val="3"/>
        </dgm:presLayoutVars>
      </dgm:prSet>
      <dgm:spPr/>
    </dgm:pt>
    <dgm:pt modelId="{F62160EB-6CCD-43B6-949D-4656096099DF}" type="pres">
      <dgm:prSet presAssocID="{792DB9D1-5A62-49EB-BA20-D32F71146FB7}" presName="hierChild2" presStyleCnt="0"/>
      <dgm:spPr/>
    </dgm:pt>
    <dgm:pt modelId="{513D70EC-6D15-4FF9-AD3B-7AC43A388B5A}" type="pres">
      <dgm:prSet presAssocID="{2F5CD0D0-ECCC-4BB2-AED8-28F56F7D7029}" presName="Name10" presStyleLbl="parChTrans1D2" presStyleIdx="0" presStyleCnt="2"/>
      <dgm:spPr/>
    </dgm:pt>
    <dgm:pt modelId="{BE589751-6F85-43EE-B8AF-B92D750FC369}" type="pres">
      <dgm:prSet presAssocID="{59D87778-CE67-425C-B679-E0F118385CDE}" presName="hierRoot2" presStyleCnt="0"/>
      <dgm:spPr/>
    </dgm:pt>
    <dgm:pt modelId="{FACAAC6B-F0C9-4A24-AA97-8DFD94D6A7A3}" type="pres">
      <dgm:prSet presAssocID="{59D87778-CE67-425C-B679-E0F118385CDE}" presName="composite2" presStyleCnt="0"/>
      <dgm:spPr/>
    </dgm:pt>
    <dgm:pt modelId="{30426989-9CCB-42D0-A76E-BF89179DBC3E}" type="pres">
      <dgm:prSet presAssocID="{59D87778-CE67-425C-B679-E0F118385CDE}" presName="background2" presStyleLbl="node2" presStyleIdx="0" presStyleCnt="2"/>
      <dgm:spPr/>
    </dgm:pt>
    <dgm:pt modelId="{62A05640-758F-4B69-8320-D66DC594FD4B}" type="pres">
      <dgm:prSet presAssocID="{59D87778-CE67-425C-B679-E0F118385CDE}" presName="text2" presStyleLbl="fgAcc2" presStyleIdx="0" presStyleCnt="2" custScaleX="199031" custScaleY="241397">
        <dgm:presLayoutVars>
          <dgm:chPref val="3"/>
        </dgm:presLayoutVars>
      </dgm:prSet>
      <dgm:spPr/>
    </dgm:pt>
    <dgm:pt modelId="{8540306B-54F5-4C80-A37C-F65CF3C49405}" type="pres">
      <dgm:prSet presAssocID="{59D87778-CE67-425C-B679-E0F118385CDE}" presName="hierChild3" presStyleCnt="0"/>
      <dgm:spPr/>
    </dgm:pt>
    <dgm:pt modelId="{AD8D102E-7DF6-43B3-BBC5-3E9E0BAC18D9}" type="pres">
      <dgm:prSet presAssocID="{246F51E3-A648-4D00-B03B-968B1A5E125A}" presName="Name10" presStyleLbl="parChTrans1D2" presStyleIdx="1" presStyleCnt="2"/>
      <dgm:spPr/>
    </dgm:pt>
    <dgm:pt modelId="{CF95194E-5049-4FC8-8C00-8FF591AE2495}" type="pres">
      <dgm:prSet presAssocID="{AEEDB38C-51AD-4BFB-935C-CBD4A06C8F2A}" presName="hierRoot2" presStyleCnt="0"/>
      <dgm:spPr/>
    </dgm:pt>
    <dgm:pt modelId="{16109C63-BE82-4EA8-AB1A-ED2E34332DA4}" type="pres">
      <dgm:prSet presAssocID="{AEEDB38C-51AD-4BFB-935C-CBD4A06C8F2A}" presName="composite2" presStyleCnt="0"/>
      <dgm:spPr/>
    </dgm:pt>
    <dgm:pt modelId="{EED0FFDA-73E3-40B0-A576-663F45F441E7}" type="pres">
      <dgm:prSet presAssocID="{AEEDB38C-51AD-4BFB-935C-CBD4A06C8F2A}" presName="background2" presStyleLbl="node2" presStyleIdx="1" presStyleCnt="2"/>
      <dgm:spPr/>
    </dgm:pt>
    <dgm:pt modelId="{1248CC9C-44EE-4FA3-9D07-BE458E0FF906}" type="pres">
      <dgm:prSet presAssocID="{AEEDB38C-51AD-4BFB-935C-CBD4A06C8F2A}" presName="text2" presStyleLbl="fgAcc2" presStyleIdx="1" presStyleCnt="2" custScaleX="375947" custScaleY="170035" custLinFactNeighborX="-4263" custLinFactNeighborY="32345">
        <dgm:presLayoutVars>
          <dgm:chPref val="3"/>
        </dgm:presLayoutVars>
      </dgm:prSet>
      <dgm:spPr/>
    </dgm:pt>
    <dgm:pt modelId="{B8493794-04F2-41B6-B9B0-231AADBDC63E}" type="pres">
      <dgm:prSet presAssocID="{AEEDB38C-51AD-4BFB-935C-CBD4A06C8F2A}" presName="hierChild3" presStyleCnt="0"/>
      <dgm:spPr/>
    </dgm:pt>
  </dgm:ptLst>
  <dgm:cxnLst>
    <dgm:cxn modelId="{C0D5D208-2E12-454A-8169-11CDDFBE4576}" srcId="{792DB9D1-5A62-49EB-BA20-D32F71146FB7}" destId="{AEEDB38C-51AD-4BFB-935C-CBD4A06C8F2A}" srcOrd="1" destOrd="0" parTransId="{246F51E3-A648-4D00-B03B-968B1A5E125A}" sibTransId="{8A55C644-839E-415C-8382-F661DD32AD05}"/>
    <dgm:cxn modelId="{E748EE12-628F-498A-8A34-72EC4D757613}" type="presOf" srcId="{792DB9D1-5A62-49EB-BA20-D32F71146FB7}" destId="{79270563-CDE4-4B6F-BD43-8BDCF4C4F2E6}" srcOrd="0" destOrd="0" presId="urn:microsoft.com/office/officeart/2005/8/layout/hierarchy1"/>
    <dgm:cxn modelId="{00904F25-77D7-4543-AED5-2DC98B3B5547}" type="presOf" srcId="{246F51E3-A648-4D00-B03B-968B1A5E125A}" destId="{AD8D102E-7DF6-43B3-BBC5-3E9E0BAC18D9}" srcOrd="0" destOrd="0" presId="urn:microsoft.com/office/officeart/2005/8/layout/hierarchy1"/>
    <dgm:cxn modelId="{81A9575E-8743-4642-A1D2-1603FB66CCC7}" type="presOf" srcId="{59D87778-CE67-425C-B679-E0F118385CDE}" destId="{62A05640-758F-4B69-8320-D66DC594FD4B}" srcOrd="0" destOrd="0" presId="urn:microsoft.com/office/officeart/2005/8/layout/hierarchy1"/>
    <dgm:cxn modelId="{5AC14242-553C-41F4-8D00-15DE453387AF}" type="presOf" srcId="{2F5CD0D0-ECCC-4BB2-AED8-28F56F7D7029}" destId="{513D70EC-6D15-4FF9-AD3B-7AC43A388B5A}" srcOrd="0" destOrd="0" presId="urn:microsoft.com/office/officeart/2005/8/layout/hierarchy1"/>
    <dgm:cxn modelId="{BEB3F746-EFBA-4343-9372-1BE6CBA1701F}" type="presOf" srcId="{39C043EA-A991-47EC-BAF7-220E87F19946}" destId="{C5B546E4-484D-4AFA-920F-F7FCAA6E89CC}" srcOrd="0" destOrd="0" presId="urn:microsoft.com/office/officeart/2005/8/layout/hierarchy1"/>
    <dgm:cxn modelId="{4DB6D9B3-48E2-48A4-9D03-51D06A061562}" srcId="{39C043EA-A991-47EC-BAF7-220E87F19946}" destId="{792DB9D1-5A62-49EB-BA20-D32F71146FB7}" srcOrd="0" destOrd="0" parTransId="{C6BF32F7-8560-416D-A1FA-9E0E3BE482E0}" sibTransId="{63C1DBC0-AE9A-4982-AC80-B3DD836EB9F4}"/>
    <dgm:cxn modelId="{1C22A8B4-B7A8-48B7-A9FB-516823D7C4CC}" srcId="{792DB9D1-5A62-49EB-BA20-D32F71146FB7}" destId="{59D87778-CE67-425C-B679-E0F118385CDE}" srcOrd="0" destOrd="0" parTransId="{2F5CD0D0-ECCC-4BB2-AED8-28F56F7D7029}" sibTransId="{B2D0FD38-0A63-4B86-A988-D07AED4B40F2}"/>
    <dgm:cxn modelId="{3B3B7DBE-1673-41BE-AA0D-8C032B901B3F}" type="presOf" srcId="{AEEDB38C-51AD-4BFB-935C-CBD4A06C8F2A}" destId="{1248CC9C-44EE-4FA3-9D07-BE458E0FF906}" srcOrd="0" destOrd="0" presId="urn:microsoft.com/office/officeart/2005/8/layout/hierarchy1"/>
    <dgm:cxn modelId="{3A8C7053-0427-433B-948E-4BD631BEEF6B}" type="presParOf" srcId="{C5B546E4-484D-4AFA-920F-F7FCAA6E89CC}" destId="{07AA7A94-C1D4-4B7E-B3AF-98CAE3B6BAA1}" srcOrd="0" destOrd="0" presId="urn:microsoft.com/office/officeart/2005/8/layout/hierarchy1"/>
    <dgm:cxn modelId="{FEC567A0-AADA-4EC2-9B73-453FF36286CB}" type="presParOf" srcId="{07AA7A94-C1D4-4B7E-B3AF-98CAE3B6BAA1}" destId="{8068B468-69CD-4F95-B970-6906D431D42A}" srcOrd="0" destOrd="0" presId="urn:microsoft.com/office/officeart/2005/8/layout/hierarchy1"/>
    <dgm:cxn modelId="{4D455ADE-436D-4159-8425-B83B73414864}" type="presParOf" srcId="{8068B468-69CD-4F95-B970-6906D431D42A}" destId="{1A77AE7A-235B-403D-9CEF-9BC5F5569C90}" srcOrd="0" destOrd="0" presId="urn:microsoft.com/office/officeart/2005/8/layout/hierarchy1"/>
    <dgm:cxn modelId="{6EBDAF16-AD6C-4D1A-A254-0A82B3846EA5}" type="presParOf" srcId="{8068B468-69CD-4F95-B970-6906D431D42A}" destId="{79270563-CDE4-4B6F-BD43-8BDCF4C4F2E6}" srcOrd="1" destOrd="0" presId="urn:microsoft.com/office/officeart/2005/8/layout/hierarchy1"/>
    <dgm:cxn modelId="{D58F3CB6-0F2C-4491-833B-0716D364725E}" type="presParOf" srcId="{07AA7A94-C1D4-4B7E-B3AF-98CAE3B6BAA1}" destId="{F62160EB-6CCD-43B6-949D-4656096099DF}" srcOrd="1" destOrd="0" presId="urn:microsoft.com/office/officeart/2005/8/layout/hierarchy1"/>
    <dgm:cxn modelId="{E0207935-6D50-40EF-9E81-E195FEF77574}" type="presParOf" srcId="{F62160EB-6CCD-43B6-949D-4656096099DF}" destId="{513D70EC-6D15-4FF9-AD3B-7AC43A388B5A}" srcOrd="0" destOrd="0" presId="urn:microsoft.com/office/officeart/2005/8/layout/hierarchy1"/>
    <dgm:cxn modelId="{E64F5065-FB38-40D9-8389-D78FDEE62D58}" type="presParOf" srcId="{F62160EB-6CCD-43B6-949D-4656096099DF}" destId="{BE589751-6F85-43EE-B8AF-B92D750FC369}" srcOrd="1" destOrd="0" presId="urn:microsoft.com/office/officeart/2005/8/layout/hierarchy1"/>
    <dgm:cxn modelId="{C98F52A3-E6B1-463F-9E73-91977648F816}" type="presParOf" srcId="{BE589751-6F85-43EE-B8AF-B92D750FC369}" destId="{FACAAC6B-F0C9-4A24-AA97-8DFD94D6A7A3}" srcOrd="0" destOrd="0" presId="urn:microsoft.com/office/officeart/2005/8/layout/hierarchy1"/>
    <dgm:cxn modelId="{C413CC02-0BA1-4E62-89BF-0A128B907FF8}" type="presParOf" srcId="{FACAAC6B-F0C9-4A24-AA97-8DFD94D6A7A3}" destId="{30426989-9CCB-42D0-A76E-BF89179DBC3E}" srcOrd="0" destOrd="0" presId="urn:microsoft.com/office/officeart/2005/8/layout/hierarchy1"/>
    <dgm:cxn modelId="{E73F3C92-6AC9-4A38-9E55-6E03F8510782}" type="presParOf" srcId="{FACAAC6B-F0C9-4A24-AA97-8DFD94D6A7A3}" destId="{62A05640-758F-4B69-8320-D66DC594FD4B}" srcOrd="1" destOrd="0" presId="urn:microsoft.com/office/officeart/2005/8/layout/hierarchy1"/>
    <dgm:cxn modelId="{9A7759B1-42C8-4B1A-A73A-315415132F63}" type="presParOf" srcId="{BE589751-6F85-43EE-B8AF-B92D750FC369}" destId="{8540306B-54F5-4C80-A37C-F65CF3C49405}" srcOrd="1" destOrd="0" presId="urn:microsoft.com/office/officeart/2005/8/layout/hierarchy1"/>
    <dgm:cxn modelId="{D8ADE6C0-CD30-4C5B-85A9-A33DFEFCFC23}" type="presParOf" srcId="{F62160EB-6CCD-43B6-949D-4656096099DF}" destId="{AD8D102E-7DF6-43B3-BBC5-3E9E0BAC18D9}" srcOrd="2" destOrd="0" presId="urn:microsoft.com/office/officeart/2005/8/layout/hierarchy1"/>
    <dgm:cxn modelId="{4737E476-B20B-4BB5-93CB-308E4CD40D27}" type="presParOf" srcId="{F62160EB-6CCD-43B6-949D-4656096099DF}" destId="{CF95194E-5049-4FC8-8C00-8FF591AE2495}" srcOrd="3" destOrd="0" presId="urn:microsoft.com/office/officeart/2005/8/layout/hierarchy1"/>
    <dgm:cxn modelId="{4C34DDB7-B4B3-4CCE-8F58-C98486297A6D}" type="presParOf" srcId="{CF95194E-5049-4FC8-8C00-8FF591AE2495}" destId="{16109C63-BE82-4EA8-AB1A-ED2E34332DA4}" srcOrd="0" destOrd="0" presId="urn:microsoft.com/office/officeart/2005/8/layout/hierarchy1"/>
    <dgm:cxn modelId="{0E1ACE7E-098F-4433-84F3-74274E96B3E6}" type="presParOf" srcId="{16109C63-BE82-4EA8-AB1A-ED2E34332DA4}" destId="{EED0FFDA-73E3-40B0-A576-663F45F441E7}" srcOrd="0" destOrd="0" presId="urn:microsoft.com/office/officeart/2005/8/layout/hierarchy1"/>
    <dgm:cxn modelId="{33A3568E-B5FD-424E-8608-4CCC24F1DE70}" type="presParOf" srcId="{16109C63-BE82-4EA8-AB1A-ED2E34332DA4}" destId="{1248CC9C-44EE-4FA3-9D07-BE458E0FF906}" srcOrd="1" destOrd="0" presId="urn:microsoft.com/office/officeart/2005/8/layout/hierarchy1"/>
    <dgm:cxn modelId="{B9393456-2CE1-47A0-B1BA-6640D90713BE}" type="presParOf" srcId="{CF95194E-5049-4FC8-8C00-8FF591AE2495}" destId="{B8493794-04F2-41B6-B9B0-231AADBDC63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49CA99-7D9F-4868-9A86-6D6F5D8B5C4F}">
      <dsp:nvSpPr>
        <dsp:cNvPr id="0" name=""/>
        <dsp:cNvSpPr/>
      </dsp:nvSpPr>
      <dsp:spPr>
        <a:xfrm>
          <a:off x="3715" y="1532"/>
          <a:ext cx="7561401" cy="1011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Alcohol- Hydroxyl group attached to alkyl or aryl group.</a:t>
          </a:r>
        </a:p>
      </dsp:txBody>
      <dsp:txXfrm>
        <a:off x="53093" y="50910"/>
        <a:ext cx="7462645" cy="912764"/>
      </dsp:txXfrm>
    </dsp:sp>
    <dsp:sp modelId="{D7E5F4B3-A4CC-4212-B5E0-F45B2A8C4B28}">
      <dsp:nvSpPr>
        <dsp:cNvPr id="0" name=""/>
        <dsp:cNvSpPr/>
      </dsp:nvSpPr>
      <dsp:spPr>
        <a:xfrm>
          <a:off x="3715" y="1063629"/>
          <a:ext cx="7608496" cy="1011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Phenols – OH is attached to aromatic ring (aryl group)</a:t>
          </a:r>
        </a:p>
      </dsp:txBody>
      <dsp:txXfrm>
        <a:off x="53093" y="1113007"/>
        <a:ext cx="7509740" cy="912764"/>
      </dsp:txXfrm>
    </dsp:sp>
    <dsp:sp modelId="{AA54C347-84B9-4051-91FE-2A296D8B4EFA}">
      <dsp:nvSpPr>
        <dsp:cNvPr id="0" name=""/>
        <dsp:cNvSpPr/>
      </dsp:nvSpPr>
      <dsp:spPr>
        <a:xfrm>
          <a:off x="3715" y="2125725"/>
          <a:ext cx="7608496" cy="1011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Ethers – an </a:t>
          </a:r>
          <a:r>
            <a:rPr lang="en-US" sz="2300" kern="1200" dirty="0" err="1"/>
            <a:t>alkoxy</a:t>
          </a:r>
          <a:r>
            <a:rPr lang="en-US" sz="2300" kern="1200" dirty="0"/>
            <a:t> or </a:t>
          </a:r>
          <a:r>
            <a:rPr lang="en-US" sz="2300" kern="1200" dirty="0" err="1"/>
            <a:t>aryl.oxy</a:t>
          </a:r>
          <a:r>
            <a:rPr lang="en-US" sz="2300" kern="1200" dirty="0"/>
            <a:t> attached to an alkyl or aryl group</a:t>
          </a:r>
        </a:p>
      </dsp:txBody>
      <dsp:txXfrm>
        <a:off x="53093" y="2175103"/>
        <a:ext cx="7509740" cy="9127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D11B89-19CF-48BA-BFCC-154EB47FF320}">
      <dsp:nvSpPr>
        <dsp:cNvPr id="0" name=""/>
        <dsp:cNvSpPr/>
      </dsp:nvSpPr>
      <dsp:spPr>
        <a:xfrm>
          <a:off x="3025" y="499255"/>
          <a:ext cx="2082142" cy="10410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Based on Number of hydroxyl groups </a:t>
          </a:r>
        </a:p>
      </dsp:txBody>
      <dsp:txXfrm>
        <a:off x="33517" y="529747"/>
        <a:ext cx="2021158" cy="980087"/>
      </dsp:txXfrm>
    </dsp:sp>
    <dsp:sp modelId="{AE4D678A-DCBD-409B-B178-CD38BC547BBC}">
      <dsp:nvSpPr>
        <dsp:cNvPr id="0" name=""/>
        <dsp:cNvSpPr/>
      </dsp:nvSpPr>
      <dsp:spPr>
        <a:xfrm>
          <a:off x="211239" y="1540326"/>
          <a:ext cx="208214" cy="7808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80803"/>
              </a:lnTo>
              <a:lnTo>
                <a:pt x="208214" y="780803"/>
              </a:lnTo>
            </a:path>
          </a:pathLst>
        </a:custGeom>
        <a:noFill/>
        <a:ln w="55000" cap="flat" cmpd="thickThin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3762BF-9349-4925-A44F-F753E8A8315C}">
      <dsp:nvSpPr>
        <dsp:cNvPr id="0" name=""/>
        <dsp:cNvSpPr/>
      </dsp:nvSpPr>
      <dsp:spPr>
        <a:xfrm>
          <a:off x="419453" y="1800594"/>
          <a:ext cx="2123235" cy="104107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Monohydric</a:t>
          </a:r>
        </a:p>
      </dsp:txBody>
      <dsp:txXfrm>
        <a:off x="449945" y="1831086"/>
        <a:ext cx="2062251" cy="980087"/>
      </dsp:txXfrm>
    </dsp:sp>
    <dsp:sp modelId="{517D8BE6-6D9B-4768-96ED-757F5D9F1F12}">
      <dsp:nvSpPr>
        <dsp:cNvPr id="0" name=""/>
        <dsp:cNvSpPr/>
      </dsp:nvSpPr>
      <dsp:spPr>
        <a:xfrm>
          <a:off x="211239" y="1540326"/>
          <a:ext cx="208214" cy="20483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48370"/>
              </a:lnTo>
              <a:lnTo>
                <a:pt x="208214" y="2048370"/>
              </a:lnTo>
            </a:path>
          </a:pathLst>
        </a:custGeom>
        <a:noFill/>
        <a:ln w="55000" cap="flat" cmpd="thickThin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B9B76A-8F7D-41B8-9099-5C641905EB22}">
      <dsp:nvSpPr>
        <dsp:cNvPr id="0" name=""/>
        <dsp:cNvSpPr/>
      </dsp:nvSpPr>
      <dsp:spPr>
        <a:xfrm>
          <a:off x="419453" y="3068161"/>
          <a:ext cx="2156849" cy="104107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Dihydric</a:t>
          </a:r>
        </a:p>
      </dsp:txBody>
      <dsp:txXfrm>
        <a:off x="449945" y="3098653"/>
        <a:ext cx="2095865" cy="980087"/>
      </dsp:txXfrm>
    </dsp:sp>
    <dsp:sp modelId="{7036183C-4444-434C-875E-A93E8A32AE01}">
      <dsp:nvSpPr>
        <dsp:cNvPr id="0" name=""/>
        <dsp:cNvSpPr/>
      </dsp:nvSpPr>
      <dsp:spPr>
        <a:xfrm>
          <a:off x="211239" y="1540326"/>
          <a:ext cx="208214" cy="33873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87302"/>
              </a:lnTo>
              <a:lnTo>
                <a:pt x="208214" y="3387302"/>
              </a:lnTo>
            </a:path>
          </a:pathLst>
        </a:custGeom>
        <a:noFill/>
        <a:ln w="55000" cap="flat" cmpd="thickThin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708DC2-22EF-42A4-ACAD-EAA5301FB703}">
      <dsp:nvSpPr>
        <dsp:cNvPr id="0" name=""/>
        <dsp:cNvSpPr/>
      </dsp:nvSpPr>
      <dsp:spPr>
        <a:xfrm>
          <a:off x="419453" y="4407093"/>
          <a:ext cx="2022393" cy="104107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Polyhydric</a:t>
          </a:r>
        </a:p>
      </dsp:txBody>
      <dsp:txXfrm>
        <a:off x="449945" y="4437585"/>
        <a:ext cx="1961409" cy="980087"/>
      </dsp:txXfrm>
    </dsp:sp>
    <dsp:sp modelId="{D0038AB8-5164-4C98-A7F4-6BD03A13DE2A}">
      <dsp:nvSpPr>
        <dsp:cNvPr id="0" name=""/>
        <dsp:cNvSpPr/>
      </dsp:nvSpPr>
      <dsp:spPr>
        <a:xfrm>
          <a:off x="2605703" y="499255"/>
          <a:ext cx="5144766" cy="10410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Based on the hybridisation of C−atom of C−OH bond of </a:t>
          </a:r>
          <a:r>
            <a:rPr lang="en-IN" sz="1700" b="1" kern="1200" dirty="0"/>
            <a:t>monohydric compounds</a:t>
          </a:r>
          <a:endParaRPr lang="en-US" sz="1700" kern="1200" dirty="0"/>
        </a:p>
      </dsp:txBody>
      <dsp:txXfrm>
        <a:off x="2636195" y="529747"/>
        <a:ext cx="5083782" cy="980087"/>
      </dsp:txXfrm>
    </dsp:sp>
    <dsp:sp modelId="{2D829932-2F93-40F8-BE0B-80D0AEB5C637}">
      <dsp:nvSpPr>
        <dsp:cNvPr id="0" name=""/>
        <dsp:cNvSpPr/>
      </dsp:nvSpPr>
      <dsp:spPr>
        <a:xfrm>
          <a:off x="3120180" y="1540326"/>
          <a:ext cx="514476" cy="10709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70996"/>
              </a:lnTo>
              <a:lnTo>
                <a:pt x="514476" y="1070996"/>
              </a:lnTo>
            </a:path>
          </a:pathLst>
        </a:custGeom>
        <a:noFill/>
        <a:ln w="55000" cap="flat" cmpd="thickThin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37DFCC3-1505-4649-B5C2-72E51E399D9B}">
      <dsp:nvSpPr>
        <dsp:cNvPr id="0" name=""/>
        <dsp:cNvSpPr/>
      </dsp:nvSpPr>
      <dsp:spPr>
        <a:xfrm>
          <a:off x="3634656" y="1800594"/>
          <a:ext cx="4475290" cy="16214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625" tIns="31750" rIns="47625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 dirty="0"/>
            <a:t>Compounds containing sp</a:t>
          </a:r>
          <a:r>
            <a:rPr lang="en-IN" sz="2500" kern="1200" baseline="30000" dirty="0"/>
            <a:t>3 </a:t>
          </a:r>
          <a:r>
            <a:rPr lang="en-IN" sz="2500" kern="1200" baseline="0" dirty="0"/>
            <a:t>hybridised</a:t>
          </a:r>
          <a:r>
            <a:rPr lang="en-IN" sz="2500" kern="1200" dirty="0"/>
            <a:t> C−OH bond </a:t>
          </a:r>
          <a:endParaRPr lang="en-US" sz="2500" kern="1200" dirty="0"/>
        </a:p>
      </dsp:txBody>
      <dsp:txXfrm>
        <a:off x="3682147" y="1848085"/>
        <a:ext cx="4380308" cy="1526476"/>
      </dsp:txXfrm>
    </dsp:sp>
    <dsp:sp modelId="{3E742098-41E9-445E-8B5A-B80E5003D811}">
      <dsp:nvSpPr>
        <dsp:cNvPr id="0" name=""/>
        <dsp:cNvSpPr/>
      </dsp:nvSpPr>
      <dsp:spPr>
        <a:xfrm>
          <a:off x="3120180" y="1540326"/>
          <a:ext cx="514476" cy="26625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62529"/>
              </a:lnTo>
              <a:lnTo>
                <a:pt x="514476" y="2662529"/>
              </a:lnTo>
            </a:path>
          </a:pathLst>
        </a:custGeom>
        <a:noFill/>
        <a:ln w="55000" cap="flat" cmpd="thickThin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A7ECDD-7B66-41EF-8BCD-42AF2C4462D5}">
      <dsp:nvSpPr>
        <dsp:cNvPr id="0" name=""/>
        <dsp:cNvSpPr/>
      </dsp:nvSpPr>
      <dsp:spPr>
        <a:xfrm>
          <a:off x="3634656" y="3682320"/>
          <a:ext cx="4515717" cy="104107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625" tIns="31750" rIns="47625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 dirty="0"/>
            <a:t>Compounds containing sp</a:t>
          </a:r>
          <a:r>
            <a:rPr lang="en-IN" sz="2500" kern="1200" baseline="30000" dirty="0"/>
            <a:t>2</a:t>
          </a:r>
          <a:r>
            <a:rPr lang="en-IN" sz="2500" kern="1200" dirty="0"/>
            <a:t>hybridised C−OH bond </a:t>
          </a:r>
          <a:endParaRPr lang="en-US" sz="2500" kern="1200" dirty="0"/>
        </a:p>
      </dsp:txBody>
      <dsp:txXfrm>
        <a:off x="3665148" y="3712812"/>
        <a:ext cx="4454733" cy="98008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E3D03D-B62F-44F6-AB93-53BA0556DF3D}">
      <dsp:nvSpPr>
        <dsp:cNvPr id="0" name=""/>
        <dsp:cNvSpPr/>
      </dsp:nvSpPr>
      <dsp:spPr>
        <a:xfrm>
          <a:off x="2597003" y="0"/>
          <a:ext cx="2379647" cy="2113793"/>
        </a:xfrm>
        <a:prstGeom prst="ellipse">
          <a:avLst/>
        </a:prstGeom>
        <a:solidFill>
          <a:schemeClr val="accent1">
            <a:hueOff val="0"/>
            <a:satOff val="0"/>
            <a:lum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Compounds containing </a:t>
          </a:r>
          <a:r>
            <a:rPr lang="en-IN" sz="2000" i="1" kern="1200" dirty="0"/>
            <a:t>sp</a:t>
          </a:r>
          <a:r>
            <a:rPr lang="en-IN" sz="2000" kern="1200" baseline="30000" dirty="0"/>
            <a:t>3</a:t>
          </a:r>
          <a:r>
            <a:rPr lang="en-IN" sz="2000" kern="1200" dirty="0"/>
            <a:t> C−OH bond </a:t>
          </a:r>
          <a:endParaRPr lang="en-US" sz="2000" kern="1200" dirty="0"/>
        </a:p>
      </dsp:txBody>
      <dsp:txXfrm>
        <a:off x="2945494" y="309558"/>
        <a:ext cx="1682665" cy="1494677"/>
      </dsp:txXfrm>
    </dsp:sp>
    <dsp:sp modelId="{1AD56A27-C680-4E5A-85AA-E6B5B5BD482E}">
      <dsp:nvSpPr>
        <dsp:cNvPr id="0" name=""/>
        <dsp:cNvSpPr/>
      </dsp:nvSpPr>
      <dsp:spPr>
        <a:xfrm rot="7913065" flipH="1">
          <a:off x="2408943" y="1686713"/>
          <a:ext cx="689927" cy="728423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731611-84C6-4E71-B46A-CF90CC37ADFE}">
      <dsp:nvSpPr>
        <dsp:cNvPr id="0" name=""/>
        <dsp:cNvSpPr/>
      </dsp:nvSpPr>
      <dsp:spPr>
        <a:xfrm>
          <a:off x="527547" y="1542163"/>
          <a:ext cx="1986914" cy="25831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Alkyl alcohols (R−OH)primary, secondary, and tertiary</a:t>
          </a:r>
          <a:endParaRPr lang="en-US" sz="1800" kern="1200" dirty="0"/>
        </a:p>
      </dsp:txBody>
      <dsp:txXfrm>
        <a:off x="585742" y="1600358"/>
        <a:ext cx="1870524" cy="2466727"/>
      </dsp:txXfrm>
    </dsp:sp>
    <dsp:sp modelId="{CC94A5EB-8372-4558-90FB-32D8B6BD27A5}">
      <dsp:nvSpPr>
        <dsp:cNvPr id="0" name=""/>
        <dsp:cNvSpPr/>
      </dsp:nvSpPr>
      <dsp:spPr>
        <a:xfrm rot="12523607">
          <a:off x="4962911" y="958804"/>
          <a:ext cx="619931" cy="728423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8DA794-E086-469C-A483-36320D081782}">
      <dsp:nvSpPr>
        <dsp:cNvPr id="0" name=""/>
        <dsp:cNvSpPr/>
      </dsp:nvSpPr>
      <dsp:spPr>
        <a:xfrm>
          <a:off x="5391551" y="1528900"/>
          <a:ext cx="2290620" cy="7045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Allylic alcohols  </a:t>
          </a:r>
          <a:endParaRPr lang="en-US" sz="1800" kern="1200" dirty="0"/>
        </a:p>
      </dsp:txBody>
      <dsp:txXfrm>
        <a:off x="5412186" y="1549535"/>
        <a:ext cx="2249350" cy="663268"/>
      </dsp:txXfrm>
    </dsp:sp>
    <dsp:sp modelId="{FCF50A8D-07EB-41FC-B7B8-E68E724DCADF}">
      <dsp:nvSpPr>
        <dsp:cNvPr id="0" name=""/>
        <dsp:cNvSpPr/>
      </dsp:nvSpPr>
      <dsp:spPr>
        <a:xfrm rot="14581762">
          <a:off x="3976541" y="2211965"/>
          <a:ext cx="1324013" cy="728423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7B9B0C-FD08-4A39-8695-5A3737937700}">
      <dsp:nvSpPr>
        <dsp:cNvPr id="0" name=""/>
        <dsp:cNvSpPr/>
      </dsp:nvSpPr>
      <dsp:spPr>
        <a:xfrm>
          <a:off x="4808721" y="3205774"/>
          <a:ext cx="2251510" cy="6774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Benzylic alcohols </a:t>
          </a:r>
          <a:endParaRPr lang="en-US" sz="1800" kern="1200" dirty="0"/>
        </a:p>
      </dsp:txBody>
      <dsp:txXfrm>
        <a:off x="4828561" y="3225614"/>
        <a:ext cx="2211830" cy="63772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E05177-8EAF-402B-B5AC-6C6ED0BA635C}">
      <dsp:nvSpPr>
        <dsp:cNvPr id="0" name=""/>
        <dsp:cNvSpPr/>
      </dsp:nvSpPr>
      <dsp:spPr>
        <a:xfrm>
          <a:off x="0" y="37284"/>
          <a:ext cx="6172199" cy="19673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 val="8300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baseline="0" dirty="0">
              <a:latin typeface="Arial" panose="020B0604020202020204" pitchFamily="34" charset="0"/>
              <a:cs typeface="Arial" panose="020B0604020202020204" pitchFamily="34" charset="0"/>
            </a:rPr>
            <a:t>Compounds containingC</a:t>
          </a:r>
          <a:r>
            <a:rPr lang="en-US" sz="2800" kern="1200" baseline="-25000" dirty="0">
              <a:latin typeface="Arial" panose="020B0604020202020204" pitchFamily="34" charset="0"/>
              <a:cs typeface="Arial" panose="020B0604020202020204" pitchFamily="34" charset="0"/>
            </a:rPr>
            <a:t>sp2</a:t>
          </a:r>
          <a:r>
            <a:rPr lang="en-US" sz="2800" kern="1200" baseline="0" dirty="0">
              <a:latin typeface="Arial" panose="020B0604020202020204" pitchFamily="34" charset="0"/>
              <a:cs typeface="Arial" panose="020B0604020202020204" pitchFamily="34" charset="0"/>
            </a:rPr>
            <a:t> –OH bond.</a:t>
          </a:r>
        </a:p>
      </dsp:txBody>
      <dsp:txXfrm>
        <a:off x="96038" y="133322"/>
        <a:ext cx="5980123" cy="1775279"/>
      </dsp:txXfrm>
    </dsp:sp>
    <dsp:sp modelId="{2547D604-26A5-4C22-B4B5-DE4CBFD775FD}">
      <dsp:nvSpPr>
        <dsp:cNvPr id="0" name=""/>
        <dsp:cNvSpPr/>
      </dsp:nvSpPr>
      <dsp:spPr>
        <a:xfrm>
          <a:off x="0" y="2059360"/>
          <a:ext cx="6172199" cy="19673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 val="8400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baseline="0" dirty="0"/>
            <a:t>-OH group bonded to a carbon – carbon double bond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baseline="0" dirty="0" err="1"/>
            <a:t>Eg</a:t>
          </a:r>
          <a:r>
            <a:rPr lang="en-US" sz="1900" kern="1200" baseline="0" dirty="0"/>
            <a:t>. CH</a:t>
          </a:r>
          <a:r>
            <a:rPr lang="en-US" sz="1900" kern="1200" baseline="-25000" dirty="0"/>
            <a:t>2</a:t>
          </a:r>
          <a:r>
            <a:rPr lang="en-US" sz="1900" kern="1200" baseline="0" dirty="0"/>
            <a:t> </a:t>
          </a:r>
          <a:r>
            <a:rPr lang="en-US" sz="1900" kern="1200" baseline="0" dirty="0">
              <a:solidFill>
                <a:srgbClr val="FF0000"/>
              </a:solidFill>
            </a:rPr>
            <a:t>=</a:t>
          </a:r>
          <a:r>
            <a:rPr lang="en-US" sz="1900" kern="1200" baseline="0" dirty="0"/>
            <a:t> CH – OH (</a:t>
          </a:r>
          <a:r>
            <a:rPr lang="en-US" sz="1900" kern="1200" baseline="0" dirty="0" err="1"/>
            <a:t>Vinylic</a:t>
          </a:r>
          <a:r>
            <a:rPr lang="en-US" sz="1900" kern="1200" baseline="0" dirty="0"/>
            <a:t>  alcohol)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 baseline="0" dirty="0"/>
        </a:p>
      </dsp:txBody>
      <dsp:txXfrm>
        <a:off x="96038" y="2155398"/>
        <a:ext cx="5980123" cy="177527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2B23C4-4185-4A1F-BDC3-8AC6348AAC15}">
      <dsp:nvSpPr>
        <dsp:cNvPr id="0" name=""/>
        <dsp:cNvSpPr/>
      </dsp:nvSpPr>
      <dsp:spPr>
        <a:xfrm>
          <a:off x="2912566" y="1548840"/>
          <a:ext cx="1489769" cy="7089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83159"/>
              </a:lnTo>
              <a:lnTo>
                <a:pt x="1489769" y="483159"/>
              </a:lnTo>
              <a:lnTo>
                <a:pt x="1489769" y="708994"/>
              </a:lnTo>
            </a:path>
          </a:pathLst>
        </a:custGeom>
        <a:noFill/>
        <a:ln w="55000" cap="flat" cmpd="thickThin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E9754CD-1A94-429C-8859-378560E2297E}">
      <dsp:nvSpPr>
        <dsp:cNvPr id="0" name=""/>
        <dsp:cNvSpPr/>
      </dsp:nvSpPr>
      <dsp:spPr>
        <a:xfrm>
          <a:off x="1422796" y="1548840"/>
          <a:ext cx="1489769" cy="708994"/>
        </a:xfrm>
        <a:custGeom>
          <a:avLst/>
          <a:gdLst/>
          <a:ahLst/>
          <a:cxnLst/>
          <a:rect l="0" t="0" r="0" b="0"/>
          <a:pathLst>
            <a:path>
              <a:moveTo>
                <a:pt x="1489769" y="0"/>
              </a:moveTo>
              <a:lnTo>
                <a:pt x="1489769" y="483159"/>
              </a:lnTo>
              <a:lnTo>
                <a:pt x="0" y="483159"/>
              </a:lnTo>
              <a:lnTo>
                <a:pt x="0" y="708994"/>
              </a:lnTo>
            </a:path>
          </a:pathLst>
        </a:custGeom>
        <a:noFill/>
        <a:ln w="55000" cap="flat" cmpd="thickThin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1ED88E-487E-4FC8-A8F7-311F54A909BC}">
      <dsp:nvSpPr>
        <dsp:cNvPr id="0" name=""/>
        <dsp:cNvSpPr/>
      </dsp:nvSpPr>
      <dsp:spPr>
        <a:xfrm>
          <a:off x="1693664" y="834"/>
          <a:ext cx="2437804" cy="15480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C410A7-08C5-4628-A835-899C9BB1F0E9}">
      <dsp:nvSpPr>
        <dsp:cNvPr id="0" name=""/>
        <dsp:cNvSpPr/>
      </dsp:nvSpPr>
      <dsp:spPr>
        <a:xfrm>
          <a:off x="1964531" y="258158"/>
          <a:ext cx="2437804" cy="15480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latin typeface="Arial" panose="020B0604020202020204" pitchFamily="34" charset="0"/>
              <a:cs typeface="Arial" panose="020B0604020202020204" pitchFamily="34" charset="0"/>
            </a:rPr>
            <a:t>Ethers</a:t>
          </a:r>
        </a:p>
      </dsp:txBody>
      <dsp:txXfrm>
        <a:off x="2009871" y="303498"/>
        <a:ext cx="2347124" cy="1457325"/>
      </dsp:txXfrm>
    </dsp:sp>
    <dsp:sp modelId="{B79B47AE-6E09-416C-B609-AAEFDF845FE9}">
      <dsp:nvSpPr>
        <dsp:cNvPr id="0" name=""/>
        <dsp:cNvSpPr/>
      </dsp:nvSpPr>
      <dsp:spPr>
        <a:xfrm>
          <a:off x="203894" y="2257835"/>
          <a:ext cx="2437804" cy="15480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C68AB6-F217-41D1-B549-82432F5AC3E1}">
      <dsp:nvSpPr>
        <dsp:cNvPr id="0" name=""/>
        <dsp:cNvSpPr/>
      </dsp:nvSpPr>
      <dsp:spPr>
        <a:xfrm>
          <a:off x="474761" y="2515159"/>
          <a:ext cx="2437804" cy="15480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Simple or Symmetrical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</a:t>
          </a:r>
          <a:r>
            <a:rPr lang="en-US" sz="2400" kern="1200" baseline="-25000" dirty="0"/>
            <a:t>2</a:t>
          </a:r>
          <a:r>
            <a:rPr lang="en-US" sz="2400" kern="1200" dirty="0"/>
            <a:t>H</a:t>
          </a:r>
          <a:r>
            <a:rPr lang="en-US" sz="2400" kern="1200" baseline="-25000" dirty="0"/>
            <a:t>5</a:t>
          </a:r>
          <a:r>
            <a:rPr lang="en-US" sz="2400" kern="1200" dirty="0"/>
            <a:t>OC</a:t>
          </a:r>
          <a:r>
            <a:rPr lang="en-US" sz="2400" kern="1200" baseline="-25000" dirty="0"/>
            <a:t>2</a:t>
          </a:r>
          <a:r>
            <a:rPr lang="en-US" sz="2400" kern="1200" dirty="0"/>
            <a:t>H</a:t>
          </a:r>
          <a:r>
            <a:rPr lang="en-US" sz="2400" kern="1200" baseline="-25000" dirty="0"/>
            <a:t>5</a:t>
          </a:r>
        </a:p>
      </dsp:txBody>
      <dsp:txXfrm>
        <a:off x="520101" y="2560499"/>
        <a:ext cx="2347124" cy="1457325"/>
      </dsp:txXfrm>
    </dsp:sp>
    <dsp:sp modelId="{E132FDF5-B378-423B-9839-D13651B5F4A7}">
      <dsp:nvSpPr>
        <dsp:cNvPr id="0" name=""/>
        <dsp:cNvSpPr/>
      </dsp:nvSpPr>
      <dsp:spPr>
        <a:xfrm>
          <a:off x="3183433" y="2257835"/>
          <a:ext cx="2437804" cy="15480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726A90-8132-4138-A600-553F3D48B38F}">
      <dsp:nvSpPr>
        <dsp:cNvPr id="0" name=""/>
        <dsp:cNvSpPr/>
      </dsp:nvSpPr>
      <dsp:spPr>
        <a:xfrm>
          <a:off x="3454300" y="2515159"/>
          <a:ext cx="2437804" cy="15480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Mixed or </a:t>
          </a:r>
          <a:r>
            <a:rPr lang="en-US" sz="2000" kern="1200" dirty="0"/>
            <a:t>Unsymmetrical</a:t>
          </a:r>
          <a:endParaRPr lang="en-US" sz="2100" kern="1200" dirty="0"/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C</a:t>
          </a:r>
          <a:r>
            <a:rPr lang="en-US" sz="2100" kern="1200" baseline="-25000" dirty="0"/>
            <a:t>2</a:t>
          </a:r>
          <a:r>
            <a:rPr lang="en-US" sz="2100" kern="1200" dirty="0"/>
            <a:t>H</a:t>
          </a:r>
          <a:r>
            <a:rPr lang="en-US" sz="2100" kern="1200" baseline="-25000" dirty="0"/>
            <a:t>5</a:t>
          </a:r>
          <a:r>
            <a:rPr lang="en-US" sz="2100" kern="1200" dirty="0"/>
            <a:t>OC</a:t>
          </a:r>
          <a:r>
            <a:rPr lang="en-US" sz="2100" kern="1200" baseline="-25000" dirty="0"/>
            <a:t>6</a:t>
          </a:r>
          <a:r>
            <a:rPr lang="en-US" sz="2100" kern="1200" dirty="0"/>
            <a:t>H</a:t>
          </a:r>
          <a:r>
            <a:rPr lang="en-US" sz="2100" kern="1200" baseline="-25000" dirty="0"/>
            <a:t>5</a:t>
          </a:r>
        </a:p>
      </dsp:txBody>
      <dsp:txXfrm>
        <a:off x="3499640" y="2560499"/>
        <a:ext cx="2347124" cy="145732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8D102E-7DF6-43B3-BBC5-3E9E0BAC18D9}">
      <dsp:nvSpPr>
        <dsp:cNvPr id="0" name=""/>
        <dsp:cNvSpPr/>
      </dsp:nvSpPr>
      <dsp:spPr>
        <a:xfrm>
          <a:off x="3025451" y="1861357"/>
          <a:ext cx="1032555" cy="6848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92083"/>
              </a:lnTo>
              <a:lnTo>
                <a:pt x="1032555" y="592083"/>
              </a:lnTo>
              <a:lnTo>
                <a:pt x="1032555" y="684898"/>
              </a:lnTo>
            </a:path>
          </a:pathLst>
        </a:custGeom>
        <a:noFill/>
        <a:ln w="55000" cap="flat" cmpd="thickThin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3D70EC-6D15-4FF9-AD3B-7AC43A388B5A}">
      <dsp:nvSpPr>
        <dsp:cNvPr id="0" name=""/>
        <dsp:cNvSpPr/>
      </dsp:nvSpPr>
      <dsp:spPr>
        <a:xfrm>
          <a:off x="997687" y="1861357"/>
          <a:ext cx="2027763" cy="479115"/>
        </a:xfrm>
        <a:custGeom>
          <a:avLst/>
          <a:gdLst/>
          <a:ahLst/>
          <a:cxnLst/>
          <a:rect l="0" t="0" r="0" b="0"/>
          <a:pathLst>
            <a:path>
              <a:moveTo>
                <a:pt x="2027763" y="0"/>
              </a:moveTo>
              <a:lnTo>
                <a:pt x="2027763" y="386299"/>
              </a:lnTo>
              <a:lnTo>
                <a:pt x="0" y="386299"/>
              </a:lnTo>
              <a:lnTo>
                <a:pt x="0" y="479115"/>
              </a:lnTo>
            </a:path>
          </a:pathLst>
        </a:custGeom>
        <a:noFill/>
        <a:ln w="55000" cap="flat" cmpd="thickThin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77AE7A-235B-403D-9CEF-9BC5F5569C90}">
      <dsp:nvSpPr>
        <dsp:cNvPr id="0" name=""/>
        <dsp:cNvSpPr/>
      </dsp:nvSpPr>
      <dsp:spPr>
        <a:xfrm>
          <a:off x="1641276" y="-105757"/>
          <a:ext cx="2768350" cy="196711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270563-CDE4-4B6F-BD43-8BDCF4C4F2E6}">
      <dsp:nvSpPr>
        <dsp:cNvPr id="0" name=""/>
        <dsp:cNvSpPr/>
      </dsp:nvSpPr>
      <dsp:spPr>
        <a:xfrm>
          <a:off x="1752599" y="0"/>
          <a:ext cx="2768350" cy="196711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solidFill>
                <a:srgbClr val="00B0F0"/>
              </a:solidFill>
            </a:rPr>
            <a:t>Preparatio</a:t>
          </a:r>
          <a:r>
            <a:rPr lang="en-US" sz="3600" kern="1200" dirty="0">
              <a:solidFill>
                <a:srgbClr val="00B0F0"/>
              </a:solidFill>
            </a:rPr>
            <a:t>n of Alcohols </a:t>
          </a:r>
        </a:p>
      </dsp:txBody>
      <dsp:txXfrm>
        <a:off x="1810214" y="57615"/>
        <a:ext cx="2653120" cy="1851884"/>
      </dsp:txXfrm>
    </dsp:sp>
    <dsp:sp modelId="{30426989-9CCB-42D0-A76E-BF89179DBC3E}">
      <dsp:nvSpPr>
        <dsp:cNvPr id="0" name=""/>
        <dsp:cNvSpPr/>
      </dsp:nvSpPr>
      <dsp:spPr>
        <a:xfrm>
          <a:off x="631" y="2340473"/>
          <a:ext cx="1994113" cy="15358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A05640-758F-4B69-8320-D66DC594FD4B}">
      <dsp:nvSpPr>
        <dsp:cNvPr id="0" name=""/>
        <dsp:cNvSpPr/>
      </dsp:nvSpPr>
      <dsp:spPr>
        <a:xfrm>
          <a:off x="111954" y="2446230"/>
          <a:ext cx="1994113" cy="15358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rgbClr val="C00000"/>
              </a:solidFill>
            </a:rPr>
            <a:t>From Alkenes</a:t>
          </a:r>
        </a:p>
      </dsp:txBody>
      <dsp:txXfrm>
        <a:off x="156936" y="2491212"/>
        <a:ext cx="1904149" cy="1445836"/>
      </dsp:txXfrm>
    </dsp:sp>
    <dsp:sp modelId="{EED0FFDA-73E3-40B0-A576-663F45F441E7}">
      <dsp:nvSpPr>
        <dsp:cNvPr id="0" name=""/>
        <dsp:cNvSpPr/>
      </dsp:nvSpPr>
      <dsp:spPr>
        <a:xfrm>
          <a:off x="2174679" y="2546256"/>
          <a:ext cx="3766654" cy="108178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48CC9C-44EE-4FA3-9D07-BE458E0FF906}">
      <dsp:nvSpPr>
        <dsp:cNvPr id="0" name=""/>
        <dsp:cNvSpPr/>
      </dsp:nvSpPr>
      <dsp:spPr>
        <a:xfrm>
          <a:off x="2286003" y="2652013"/>
          <a:ext cx="3766654" cy="108178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solidFill>
                <a:srgbClr val="C00000"/>
              </a:solidFill>
            </a:rPr>
            <a:t>From Carbonyl Compounds</a:t>
          </a:r>
        </a:p>
      </dsp:txBody>
      <dsp:txXfrm>
        <a:off x="2317687" y="2683697"/>
        <a:ext cx="3703286" cy="10184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871393-38E7-435B-87CD-285592C9622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65F9C8-8A9B-40CB-9E28-E7FEFA9E46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951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57879579-9424-4AB5-AFC4-D833420A84C4}" type="datetime3">
              <a:rPr lang="en-US" smtClean="0"/>
              <a:pPr/>
              <a:t>16 April 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D57A3-87F8-4598-B6E5-AB0D01CF0087}" type="datetime3">
              <a:rPr lang="en-US" smtClean="0"/>
              <a:pPr/>
              <a:t>16 April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F5970-5B13-4C99-839F-9F490803C89B}" type="datetime3">
              <a:rPr lang="en-US" smtClean="0"/>
              <a:pPr/>
              <a:t>16 April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61103-9582-4397-B97D-4721463F9A32}" type="datetime3">
              <a:rPr lang="en-US" smtClean="0"/>
              <a:pPr/>
              <a:t>16 April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5A21A-57C7-4E58-B9BF-63914108FB8C}" type="datetime3">
              <a:rPr lang="en-US" smtClean="0"/>
              <a:pPr/>
              <a:t>16 April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CED1E-C2B7-40A4-87C9-836A6769D305}" type="datetime3">
              <a:rPr lang="en-US" smtClean="0"/>
              <a:pPr/>
              <a:t>16 April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1DB85-058E-4764-85C1-AA10D297F6BD}" type="datetime3">
              <a:rPr lang="en-US" smtClean="0"/>
              <a:pPr/>
              <a:t>16 April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C1DDF493-8926-4B70-B194-1972FEC09B1C}" type="datetime3">
              <a:rPr lang="en-US" smtClean="0"/>
              <a:pPr/>
              <a:t>16 April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CB0A0847-AD65-4D40-B3BC-C25BB344477A}" type="datetime3">
              <a:rPr lang="en-US" smtClean="0"/>
              <a:pPr/>
              <a:t>16 April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6BB1E-1A49-4011-BEF2-9BDD4D1B68F3}" type="datetime3">
              <a:rPr lang="en-US" smtClean="0"/>
              <a:pPr/>
              <a:t>16 April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D6783-C2A2-4CAC-A925-1C238BFE7DAE}" type="datetime3">
              <a:rPr lang="en-US" smtClean="0"/>
              <a:pPr/>
              <a:t>16 April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6778"/>
            <a:ext cx="9144000" cy="1069514"/>
          </a:xfrm>
          <a:prstGeom prst="rect">
            <a:avLst/>
          </a:prstGeom>
        </p:spPr>
        <p:txBody>
          <a:bodyPr anchor="ctr"/>
          <a:lstStyle>
            <a:lvl1pPr>
              <a:defRPr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/>
              <a:t>Click to edit Master title style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606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0"/>
          </p:nvPr>
        </p:nvSpPr>
        <p:spPr>
          <a:xfrm>
            <a:off x="467544" y="2276872"/>
            <a:ext cx="8229600" cy="3600400"/>
          </a:xfrm>
          <a:prstGeom prst="rect">
            <a:avLst/>
          </a:prstGeom>
        </p:spPr>
        <p:txBody>
          <a:bodyPr lIns="396000" anchor="t"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1658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4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5791200" y="6492240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C9922CFD-12FC-427A-8E76-CEA4F519347E}" type="datetime3">
              <a:rPr lang="en-US" smtClean="0"/>
              <a:pPr/>
              <a:t>16 April 2026</a:t>
            </a:fld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76200" y="6553200"/>
            <a:ext cx="20458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rgbClr val="FFFF00"/>
                </a:solidFill>
              </a:defRPr>
            </a:lvl1pPr>
            <a:extLst/>
          </a:lstStyle>
          <a:p>
            <a:r>
              <a:rPr lang="en-US" dirty="0"/>
              <a:t>Hyderabad Region</a:t>
            </a: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458200" y="6492875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D5BBC35B-A44B-4119-B8DA-DE9E3DFADA20}" type="slidenum">
              <a:rPr kumimoji="0" lang="en-US" smtClean="0"/>
              <a:pPr/>
              <a:t>‹#›</a:t>
            </a:fld>
            <a:endParaRPr kumimoji="0" lang="en-US" sz="1000" b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228600" y="228600"/>
            <a:ext cx="8686800" cy="6400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381000" y="381000"/>
            <a:ext cx="83058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99" y="381000"/>
            <a:ext cx="1524001" cy="69967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oogle.com/url?sa=i&amp;source=images&amp;cd=&amp;cad=rja&amp;uact=8&amp;ved=2ahUKEwiJxpeHkLfbAhWMfn0KHYuaAi4QjRx6BAgBEAU&amp;url=https://en.wikipedia.org/wiki/Alcoholic_drink&amp;psig=AOvVaw2fs072_mUHUvRyNd9uL33T&amp;ust=1528102614252486" TargetMode="External"/><Relationship Id="rId3" Type="http://schemas.openxmlformats.org/officeDocument/2006/relationships/image" Target="../media/image4.jpeg"/><Relationship Id="rId7" Type="http://schemas.openxmlformats.org/officeDocument/2006/relationships/image" Target="../media/image6.jpeg"/><Relationship Id="rId2" Type="http://schemas.openxmlformats.org/officeDocument/2006/relationships/hyperlink" Target="https://www.google.com/url?sa=i&amp;source=images&amp;cd=&amp;cad=rja&amp;uact=8&amp;ved=2ahUKEwi-_Ib9iLfbAhXVdn0KHSo_BTEQjRx6BAgBEAU&amp;url=http://spmchemistry.onlinetuition.com.my/2014/03/uses-of-alcohols.html&amp;psig=AOvVaw0BcI1s0CcxRxbApRyrOj68&amp;ust=1528100497431865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en.wikipedia.org/wiki/File:Hand_Sanitizer.JPG" TargetMode="External"/><Relationship Id="rId5" Type="http://schemas.openxmlformats.org/officeDocument/2006/relationships/image" Target="../media/image5.png"/><Relationship Id="rId4" Type="http://schemas.openxmlformats.org/officeDocument/2006/relationships/hyperlink" Target="https://www.google.com/url?sa=i&amp;source=images&amp;cd=&amp;cad=rja&amp;uact=8&amp;ved=2ahUKEwi8mcixjbfbAhXDbCsKHeoKCmQQjRx6BAgBEAU&amp;url=https://en.wikipedia.org/wiki/Alcohol_fuel&amp;psig=AOvVaw2P_mVtKOpqIhOpc9DyaIxM&amp;ust=1528101784876093" TargetMode="External"/><Relationship Id="rId9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oogle.com/url?sa=i&amp;source=images&amp;cd=&amp;cad=rja&amp;uact=8&amp;ved=2ahUKEwib-r2MnbfbAhUEX30KHQi0C8EQjRx6BAgBEAU&amp;url=https://www.quora.com/What-is-dry-ether&amp;psig=AOvVaw0EV8egOIlqgo1uMb9OlpnC&amp;ust=1528105939225211" TargetMode="External"/><Relationship Id="rId3" Type="http://schemas.openxmlformats.org/officeDocument/2006/relationships/image" Target="../media/image8.jpeg"/><Relationship Id="rId7" Type="http://schemas.openxmlformats.org/officeDocument/2006/relationships/image" Target="../media/image10.png"/><Relationship Id="rId2" Type="http://schemas.openxmlformats.org/officeDocument/2006/relationships/hyperlink" Target="https://www.google.com/imgres?imgurl=http://farm5.static.flickr.com/4129/5004864933_ce5b93a42a_m.jpg&amp;imgrefurl=http://camera-wiki.org/wiki/Bencini_Koroll&amp;docid=w-Y9x9vVFKIwVM&amp;tbnid=x9u84e0AfETrfM:&amp;vet=12ahUKEwiVzKzKlbfbAhXKfCsKHTmYB5g4ZBAzKB8wH3oECAEQIA..i&amp;w=240&amp;h=159&amp;bih=651&amp;biw=1366&amp;q=bakelitein%20wikimedia&amp;ved=2ahUKEwiVzKzKlbfbAhXKfCsKHTmYB5g4ZBAzKB8wH3oECAEQIA&amp;iact=mrc&amp;uact=8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google.com/imgres?imgurl=https://upload.wikimedia.org/wikipedia/commons/thumb/3/3d/Preoxygenation_before_anesthetic_induction.jpg/1200px-Preoxygenation_before_anesthetic_induction.jpg&amp;imgrefurl=https://en.wikipedia.org/wiki/Anesthesia&amp;docid=3ke2YMRJANatuM&amp;tbnid=21aTcCTZnPTxCM:&amp;vet=10ahUKEwj58-bYm7fbAhUbcCsKHTAkA0YQMwhGKAUwBQ..i&amp;w=1200&amp;h=836&amp;bih=651&amp;biw=1366&amp;q=diethyl%20ether%20anesthetic%20in%20wkipedia&amp;ved=0ahUKEwj58-bYm7fbAhUbcCsKHTAkA0YQMwhGKAUwBQ&amp;iact=mrc&amp;uact=8" TargetMode="External"/><Relationship Id="rId5" Type="http://schemas.openxmlformats.org/officeDocument/2006/relationships/image" Target="../media/image9.png"/><Relationship Id="rId4" Type="http://schemas.openxmlformats.org/officeDocument/2006/relationships/hyperlink" Target="https://www.google.com/imgres?imgurl=https://qph.fs.quoracdn.net/main-qimg-e07af2548f24efc8a6868912dd086dde-c&amp;imgrefurl=https://www.quora.com/What-is-the-effect-of-undiluted-dettol-on-4-weeks-old-surgery-wound-How-can-I-reverse-it&amp;docid=tv9JJe2pQ8BQsM&amp;tbnid=50Ptj40Rl_sRJM:&amp;vet=10ahUKEwjHyIXUlrfbAhUBXSsKHS8uBLcQMwg-KAAwAA..i&amp;w=602&amp;h=354&amp;bih=651&amp;biw=1366&amp;q=dettol%20in%20wikipedia&amp;ved=0ahUKEwjHyIXUlrfbAhUBXSsKHS8uBLcQMwg-KAAwAA&amp;iact=mrc&amp;uact=8" TargetMode="External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13.png"/><Relationship Id="rId7" Type="http://schemas.openxmlformats.org/officeDocument/2006/relationships/diagramLayout" Target="../diagrams/layout1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diagramData" Target="../diagrams/data1.xml"/><Relationship Id="rId5" Type="http://schemas.openxmlformats.org/officeDocument/2006/relationships/image" Target="../media/image15.png"/><Relationship Id="rId10" Type="http://schemas.microsoft.com/office/2007/relationships/diagramDrawing" Target="../diagrams/drawing1.xml"/><Relationship Id="rId4" Type="http://schemas.openxmlformats.org/officeDocument/2006/relationships/image" Target="../media/image14.png"/><Relationship Id="rId9" Type="http://schemas.openxmlformats.org/officeDocument/2006/relationships/diagramColors" Target="../diagrams/colors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diagramLayout" Target="../diagrams/layout3.xml"/><Relationship Id="rId7" Type="http://schemas.openxmlformats.org/officeDocument/2006/relationships/image" Target="../media/image16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19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2022764" y="166255"/>
            <a:ext cx="7086600" cy="1068387"/>
          </a:xfrm>
          <a:prstGeom prst="rect">
            <a:avLst/>
          </a:prstGeom>
        </p:spPr>
        <p:txBody>
          <a:bodyPr anchor="ctr"/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 b="1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ea typeface="맑은 고딕" pitchFamily="34" charset="-127"/>
                <a:cs typeface="Arial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ea typeface="맑은 고딕" pitchFamily="34" charset="-127"/>
                <a:cs typeface="Arial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ea typeface="맑은 고딕" pitchFamily="34" charset="-127"/>
                <a:cs typeface="Arial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ea typeface="맑은 고딕" pitchFamily="34" charset="-127"/>
                <a:cs typeface="Arial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ea typeface="맑은 고딕" pitchFamily="34" charset="-127"/>
                <a:cs typeface="Arial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ea typeface="맑은 고딕" pitchFamily="34" charset="-127"/>
                <a:cs typeface="Arial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ea typeface="맑은 고딕" pitchFamily="34" charset="-127"/>
                <a:cs typeface="Arial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ea typeface="맑은 고딕" pitchFamily="34" charset="-127"/>
                <a:cs typeface="Arial" charset="0"/>
              </a:defRPr>
            </a:lvl9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Outline: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15686" y="1442621"/>
            <a:ext cx="821871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r>
              <a:rPr lang="en-US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Classification</a:t>
            </a:r>
          </a:p>
          <a:p>
            <a:r>
              <a:rPr lang="en-US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Nomenclature</a:t>
            </a:r>
          </a:p>
          <a:p>
            <a:r>
              <a:rPr lang="en-US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Structure</a:t>
            </a:r>
          </a:p>
          <a:p>
            <a:r>
              <a:rPr lang="en-US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Preparation of alcohols and phenols</a:t>
            </a:r>
          </a:p>
          <a:p>
            <a:r>
              <a:rPr lang="en-US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Physical properties of alcohols and phenols </a:t>
            </a:r>
          </a:p>
          <a:p>
            <a:r>
              <a:rPr lang="en-US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Chemical properties of alcohols and phenols </a:t>
            </a:r>
          </a:p>
          <a:p>
            <a:r>
              <a:rPr lang="en-US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Commercially important alcohols methanol and ethanol</a:t>
            </a:r>
          </a:p>
          <a:p>
            <a:r>
              <a:rPr lang="en-US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Preparation, physical and chemical properties of Ethers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5512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152400"/>
            <a:ext cx="8077199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dirty="0">
                <a:solidFill>
                  <a:srgbClr val="FF0000"/>
                </a:solidFill>
                <a:latin typeface="Algerian" pitchFamily="82" charset="0"/>
              </a:rPr>
              <a:t> </a:t>
            </a:r>
            <a:r>
              <a:rPr lang="en-US" sz="3200" dirty="0">
                <a:solidFill>
                  <a:srgbClr val="FFFF00"/>
                </a:solidFill>
                <a:latin typeface="Algerian" pitchFamily="82" charset="0"/>
              </a:rPr>
              <a:t>Part-I</a:t>
            </a:r>
          </a:p>
          <a:p>
            <a:pPr algn="ctr">
              <a:lnSpc>
                <a:spcPct val="150000"/>
              </a:lnSpc>
            </a:pPr>
            <a:endParaRPr lang="en-US" sz="3200" dirty="0">
              <a:solidFill>
                <a:srgbClr val="FF0000"/>
              </a:solidFill>
              <a:latin typeface="Algerian" pitchFamily="82" charset="0"/>
            </a:endParaRP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3200" dirty="0">
                <a:solidFill>
                  <a:srgbClr val="0070C0"/>
                </a:solidFill>
              </a:rPr>
              <a:t> </a:t>
            </a:r>
            <a:r>
              <a:rPr lang="en-US" sz="2400" dirty="0">
                <a:solidFill>
                  <a:srgbClr val="0070C0"/>
                </a:solidFill>
              </a:rPr>
              <a:t>Introduction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 Classification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 Nomenclature of Alcohols, Phenols &amp; Ethers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Structure of Alcohols, Phenols and Ethers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Preparation of Alcohols and phenols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Physical properties of Alcohols and Phenols.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Summary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70C0"/>
                </a:solidFill>
              </a:rPr>
              <a:t> </a:t>
            </a:r>
          </a:p>
          <a:p>
            <a:pPr algn="ctr">
              <a:lnSpc>
                <a:spcPct val="15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9651459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Box 1"/>
          <p:cNvSpPr txBox="1">
            <a:spLocks noChangeArrowheads="1"/>
          </p:cNvSpPr>
          <p:nvPr/>
        </p:nvSpPr>
        <p:spPr bwMode="auto">
          <a:xfrm>
            <a:off x="2133600" y="432394"/>
            <a:ext cx="6477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FFFF00"/>
                </a:solidFill>
              </a:rPr>
              <a:t>Importance of Alcohols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0" y="2819400"/>
            <a:ext cx="1905000" cy="9144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r>
              <a:rPr lang="en-IN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Uses of Alcohols</a:t>
            </a:r>
          </a:p>
        </p:txBody>
      </p:sp>
      <p:sp>
        <p:nvSpPr>
          <p:cNvPr id="4" name="Right Arrow 3"/>
          <p:cNvSpPr/>
          <p:nvPr/>
        </p:nvSpPr>
        <p:spPr>
          <a:xfrm>
            <a:off x="5296472" y="3172968"/>
            <a:ext cx="723328" cy="484632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</a:endParaRPr>
          </a:p>
        </p:txBody>
      </p:sp>
      <p:pic>
        <p:nvPicPr>
          <p:cNvPr id="61446" name="Picture 6" descr="Image result for uses of alcohols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 l="10667" t="20588" r="42666" b="29412"/>
          <a:stretch>
            <a:fillRect/>
          </a:stretch>
        </p:blipFill>
        <p:spPr bwMode="auto">
          <a:xfrm>
            <a:off x="6705600" y="1981200"/>
            <a:ext cx="1524000" cy="1295400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>
            <a:off x="6934200" y="1447800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Solven</a:t>
            </a:r>
            <a:r>
              <a:rPr lang="en-IN" dirty="0">
                <a:solidFill>
                  <a:schemeClr val="accent2"/>
                </a:solidFill>
              </a:rPr>
              <a:t>t</a:t>
            </a:r>
            <a:r>
              <a:rPr lang="en-IN" dirty="0"/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352800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In Drugs</a:t>
            </a:r>
          </a:p>
        </p:txBody>
      </p:sp>
      <p:pic>
        <p:nvPicPr>
          <p:cNvPr id="61448" name="Picture 8" descr="Image result for uses of alcohols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 l="63934" t="8743" r="9836" b="30055"/>
          <a:stretch>
            <a:fillRect/>
          </a:stretch>
        </p:blipFill>
        <p:spPr bwMode="auto">
          <a:xfrm>
            <a:off x="6781800" y="3810000"/>
            <a:ext cx="1371600" cy="1371600"/>
          </a:xfrm>
          <a:prstGeom prst="rect">
            <a:avLst/>
          </a:prstGeom>
          <a:noFill/>
        </p:spPr>
      </p:pic>
      <p:sp>
        <p:nvSpPr>
          <p:cNvPr id="11" name="TextBox 10"/>
          <p:cNvSpPr txBox="1"/>
          <p:nvPr/>
        </p:nvSpPr>
        <p:spPr>
          <a:xfrm>
            <a:off x="6781800" y="5334000"/>
            <a:ext cx="15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accent2"/>
                </a:solidFill>
              </a:rPr>
              <a:t>In Perfumes</a:t>
            </a:r>
          </a:p>
        </p:txBody>
      </p:sp>
      <p:sp>
        <p:nvSpPr>
          <p:cNvPr id="12" name="Right Arrow 11"/>
          <p:cNvSpPr/>
          <p:nvPr/>
        </p:nvSpPr>
        <p:spPr>
          <a:xfrm rot="16200000">
            <a:off x="3805884" y="2137716"/>
            <a:ext cx="645265" cy="484632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61450" name="Picture 10" descr="Image result for uses of alcohols as fuels in vehicles in w3ikipedia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648200" y="1219200"/>
            <a:ext cx="1143000" cy="1066800"/>
          </a:xfrm>
          <a:prstGeom prst="rect">
            <a:avLst/>
          </a:prstGeom>
          <a:noFill/>
        </p:spPr>
      </p:pic>
      <p:sp>
        <p:nvSpPr>
          <p:cNvPr id="14" name="TextBox 13"/>
          <p:cNvSpPr txBox="1"/>
          <p:nvPr/>
        </p:nvSpPr>
        <p:spPr>
          <a:xfrm>
            <a:off x="3806488" y="160020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Fuel</a:t>
            </a:r>
          </a:p>
        </p:txBody>
      </p:sp>
      <p:sp>
        <p:nvSpPr>
          <p:cNvPr id="15" name="Right Arrow 14"/>
          <p:cNvSpPr/>
          <p:nvPr/>
        </p:nvSpPr>
        <p:spPr>
          <a:xfrm rot="5400000">
            <a:off x="3805883" y="3918453"/>
            <a:ext cx="645265" cy="484632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61452" name="Picture 12" descr="Hand Sanitizer.JPG">
            <a:hlinkClick r:id="rId6"/>
          </p:cNvPr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352800" y="4648200"/>
            <a:ext cx="1600200" cy="1828800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5105400" y="5257800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Antiseptic</a:t>
            </a:r>
          </a:p>
        </p:txBody>
      </p:sp>
      <p:sp>
        <p:nvSpPr>
          <p:cNvPr id="20" name="Right Arrow 19"/>
          <p:cNvSpPr/>
          <p:nvPr/>
        </p:nvSpPr>
        <p:spPr>
          <a:xfrm rot="10800000">
            <a:off x="2286000" y="2971800"/>
            <a:ext cx="645265" cy="484632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0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61454" name="Picture 14" descr="Image result for uses of alcohol as beverage in wikimedia">
            <a:hlinkClick r:id="rId8"/>
          </p:cNvPr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381000" y="2286000"/>
            <a:ext cx="1752601" cy="1828801"/>
          </a:xfrm>
          <a:prstGeom prst="rect">
            <a:avLst/>
          </a:prstGeom>
          <a:noFill/>
        </p:spPr>
      </p:pic>
      <p:sp>
        <p:nvSpPr>
          <p:cNvPr id="22" name="TextBox 21"/>
          <p:cNvSpPr txBox="1"/>
          <p:nvPr/>
        </p:nvSpPr>
        <p:spPr>
          <a:xfrm>
            <a:off x="457200" y="4343400"/>
            <a:ext cx="152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2"/>
                </a:solidFill>
              </a:rPr>
              <a:t>In Alcoholic        drinks</a:t>
            </a:r>
          </a:p>
        </p:txBody>
      </p:sp>
    </p:spTree>
    <p:extLst>
      <p:ext uri="{BB962C8B-B14F-4D97-AF65-F5344CB8AC3E}">
        <p14:creationId xmlns:p14="http://schemas.microsoft.com/office/powerpoint/2010/main" val="2959998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61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8" presetClass="entr" presetSubtype="1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8" grpId="0"/>
      <p:bldP spid="9" grpId="0"/>
      <p:bldP spid="11" grpId="0"/>
      <p:bldP spid="12" grpId="0" animBg="1"/>
      <p:bldP spid="14" grpId="0"/>
      <p:bldP spid="15" grpId="0" animBg="1"/>
      <p:bldP spid="18" grpId="0"/>
      <p:bldP spid="20" grpId="1" animBg="1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Box 1"/>
          <p:cNvSpPr txBox="1">
            <a:spLocks noChangeArrowheads="1"/>
          </p:cNvSpPr>
          <p:nvPr/>
        </p:nvSpPr>
        <p:spPr bwMode="auto">
          <a:xfrm>
            <a:off x="2133600" y="432394"/>
            <a:ext cx="6477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FFFF00"/>
                </a:solidFill>
              </a:rPr>
              <a:t>Importance of Phenols and Ethers 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76400" y="1143000"/>
            <a:ext cx="1905000" cy="9144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r>
              <a:rPr lang="en-IN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Uses of Phenols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5000" y="4114800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In Bakelite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05000" y="5867400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As Antiseptic</a:t>
            </a:r>
          </a:p>
        </p:txBody>
      </p:sp>
      <p:pic>
        <p:nvPicPr>
          <p:cNvPr id="94211" name="Picture 3" descr="Image result for bakelitein wikimedia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76400" y="2362200"/>
            <a:ext cx="1905000" cy="1514475"/>
          </a:xfrm>
          <a:prstGeom prst="rect">
            <a:avLst/>
          </a:prstGeom>
          <a:noFill/>
        </p:spPr>
      </p:pic>
      <p:sp>
        <p:nvSpPr>
          <p:cNvPr id="94213" name="AutoShape 5" descr="Image result for dettol in wikipedia">
            <a:hlinkClick r:id="rId4"/>
          </p:cNvPr>
          <p:cNvSpPr>
            <a:spLocks noChangeAspect="1" noChangeArrowheads="1"/>
          </p:cNvSpPr>
          <p:nvPr/>
        </p:nvSpPr>
        <p:spPr bwMode="auto">
          <a:xfrm>
            <a:off x="92075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4215" name="AutoShape 7" descr="Image result for dettol in wikipedia">
            <a:hlinkClick r:id="rId4"/>
          </p:cNvPr>
          <p:cNvSpPr>
            <a:spLocks noChangeAspect="1" noChangeArrowheads="1"/>
          </p:cNvSpPr>
          <p:nvPr/>
        </p:nvSpPr>
        <p:spPr bwMode="auto">
          <a:xfrm>
            <a:off x="92075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4226" name="Picture 18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752600" y="4495800"/>
            <a:ext cx="2286000" cy="140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" name="Rounded Rectangle 27"/>
          <p:cNvSpPr/>
          <p:nvPr/>
        </p:nvSpPr>
        <p:spPr>
          <a:xfrm>
            <a:off x="5257800" y="1219200"/>
            <a:ext cx="1905000" cy="9144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r>
              <a:rPr lang="en-IN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Uses of Ethers</a:t>
            </a:r>
          </a:p>
        </p:txBody>
      </p:sp>
      <p:sp>
        <p:nvSpPr>
          <p:cNvPr id="94228" name="AutoShape 20" descr="Image result for diethyl ether anesthetic in wikipedia">
            <a:hlinkClick r:id="rId6"/>
          </p:cNvPr>
          <p:cNvSpPr>
            <a:spLocks noChangeAspect="1" noChangeArrowheads="1"/>
          </p:cNvSpPr>
          <p:nvPr/>
        </p:nvSpPr>
        <p:spPr bwMode="auto">
          <a:xfrm>
            <a:off x="92075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4229" name="Picture 21" descr="C:\Users\NLI\Desktop\ether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181599" y="2362201"/>
            <a:ext cx="1981201" cy="1447800"/>
          </a:xfrm>
          <a:prstGeom prst="rect">
            <a:avLst/>
          </a:prstGeom>
          <a:noFill/>
        </p:spPr>
      </p:pic>
      <p:sp>
        <p:nvSpPr>
          <p:cNvPr id="31" name="TextBox 30"/>
          <p:cNvSpPr txBox="1"/>
          <p:nvPr/>
        </p:nvSpPr>
        <p:spPr>
          <a:xfrm>
            <a:off x="5334000" y="3962400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Anaesthetic</a:t>
            </a:r>
          </a:p>
        </p:txBody>
      </p:sp>
      <p:pic>
        <p:nvPicPr>
          <p:cNvPr id="94231" name="Picture 23" descr="Image result for diethyl ether solvent in wikipedia">
            <a:hlinkClick r:id="rId8"/>
          </p:cNvPr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410200" y="4495800"/>
            <a:ext cx="1295401" cy="1447800"/>
          </a:xfrm>
          <a:prstGeom prst="rect">
            <a:avLst/>
          </a:prstGeom>
          <a:noFill/>
        </p:spPr>
      </p:pic>
      <p:sp>
        <p:nvSpPr>
          <p:cNvPr id="33" name="TextBox 32"/>
          <p:cNvSpPr txBox="1"/>
          <p:nvPr/>
        </p:nvSpPr>
        <p:spPr>
          <a:xfrm>
            <a:off x="5562600" y="6019800"/>
            <a:ext cx="995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Solven</a:t>
            </a:r>
            <a:r>
              <a:rPr lang="en-IN" dirty="0">
                <a:solidFill>
                  <a:srgbClr val="C00000"/>
                </a:solidFill>
              </a:rPr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2959998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/>
      <p:bldP spid="18" grpId="0"/>
      <p:bldP spid="28" grpId="0" animBg="1"/>
      <p:bldP spid="31" grpId="0"/>
      <p:bldP spid="3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4350327"/>
            <a:ext cx="1951277" cy="204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5" name="Picture 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6817" y="4675542"/>
            <a:ext cx="1347787" cy="560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742962" y="5431193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Phenol</a:t>
            </a:r>
          </a:p>
        </p:txBody>
      </p:sp>
      <p:pic>
        <p:nvPicPr>
          <p:cNvPr id="4107" name="Picture 1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9720" y="4480280"/>
            <a:ext cx="1852613" cy="950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8" name="Picture 1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7676" y="5531221"/>
            <a:ext cx="1536700" cy="768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1600200" y="381000"/>
            <a:ext cx="6553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     </a:t>
            </a:r>
            <a:r>
              <a:rPr lang="en-US" sz="32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Alcohols, Phenols &amp; Ethers</a:t>
            </a: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2131165695"/>
              </p:ext>
            </p:extLst>
          </p:nvPr>
        </p:nvGraphicFramePr>
        <p:xfrm>
          <a:off x="842272" y="1066800"/>
          <a:ext cx="7615928" cy="3138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19089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3699655700"/>
              </p:ext>
            </p:extLst>
          </p:nvPr>
        </p:nvGraphicFramePr>
        <p:xfrm>
          <a:off x="533400" y="533401"/>
          <a:ext cx="8153400" cy="5943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143000" y="381000"/>
            <a:ext cx="853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FF00"/>
                </a:solidFill>
                <a:latin typeface="Arial Black" pitchFamily="34" charset="0"/>
              </a:rPr>
              <a:t>Classification of Alcohols  and Phenols</a:t>
            </a:r>
          </a:p>
        </p:txBody>
      </p:sp>
    </p:spTree>
    <p:extLst>
      <p:ext uri="{BB962C8B-B14F-4D97-AF65-F5344CB8AC3E}">
        <p14:creationId xmlns:p14="http://schemas.microsoft.com/office/powerpoint/2010/main" val="25023486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841089570"/>
              </p:ext>
            </p:extLst>
          </p:nvPr>
        </p:nvGraphicFramePr>
        <p:xfrm>
          <a:off x="568035" y="1295400"/>
          <a:ext cx="7966365" cy="49297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0099" y="381000"/>
            <a:ext cx="8763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FF00"/>
                </a:solidFill>
                <a:latin typeface="Arial Black" pitchFamily="34" charset="0"/>
              </a:rPr>
              <a:t>Classification of Alcohols 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5422323"/>
            <a:ext cx="4416136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3616036"/>
            <a:ext cx="2167290" cy="7481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599" y="5107998"/>
            <a:ext cx="3581401" cy="1117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67791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2431147039"/>
              </p:ext>
            </p:extLst>
          </p:nvPr>
        </p:nvGraphicFramePr>
        <p:xfrm>
          <a:off x="1524000" y="1397000"/>
          <a:ext cx="61722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1364" y="4677656"/>
            <a:ext cx="1350882" cy="5636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051005" y="4303143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Phenol</a:t>
            </a:r>
          </a:p>
        </p:txBody>
      </p:sp>
    </p:spTree>
    <p:extLst>
      <p:ext uri="{BB962C8B-B14F-4D97-AF65-F5344CB8AC3E}">
        <p14:creationId xmlns:p14="http://schemas.microsoft.com/office/powerpoint/2010/main" val="837251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1334812091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97727" y="386482"/>
            <a:ext cx="457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Classification of Ethers</a:t>
            </a:r>
          </a:p>
        </p:txBody>
      </p:sp>
    </p:spTree>
    <p:extLst>
      <p:ext uri="{BB962C8B-B14F-4D97-AF65-F5344CB8AC3E}">
        <p14:creationId xmlns:p14="http://schemas.microsoft.com/office/powerpoint/2010/main" val="795978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66800" y="2505670"/>
            <a:ext cx="716279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NOMENCLATURE</a:t>
            </a:r>
            <a:endParaRPr lang="en-US" sz="5400" b="1" cap="none" spc="100" dirty="0">
              <a:ln w="18000">
                <a:solidFill>
                  <a:schemeClr val="accent1">
                    <a:satMod val="200000"/>
                    <a:tint val="72000"/>
                  </a:schemeClr>
                </a:solidFill>
                <a:prstDash val="solid"/>
              </a:ln>
              <a:solidFill>
                <a:schemeClr val="accent1">
                  <a:satMod val="280000"/>
                  <a:tint val="100000"/>
                  <a:alpha val="5700"/>
                </a:schemeClr>
              </a:solidFill>
              <a:effectLst>
                <a:outerShdw blurRad="25000" dist="20000" dir="16020000" algn="tl">
                  <a:schemeClr val="accent1">
                    <a:satMod val="200000"/>
                    <a:shade val="1000"/>
                    <a:alpha val="6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57145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Oval 1036"/>
          <p:cNvSpPr/>
          <p:nvPr/>
        </p:nvSpPr>
        <p:spPr>
          <a:xfrm>
            <a:off x="3810000" y="3836549"/>
            <a:ext cx="529603" cy="58305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6" name="Oval 1035"/>
          <p:cNvSpPr/>
          <p:nvPr/>
        </p:nvSpPr>
        <p:spPr>
          <a:xfrm>
            <a:off x="2514600" y="3733800"/>
            <a:ext cx="618388" cy="8080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/>
          <p:cNvSpPr/>
          <p:nvPr/>
        </p:nvSpPr>
        <p:spPr>
          <a:xfrm>
            <a:off x="3200401" y="3276600"/>
            <a:ext cx="609600" cy="1752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042968" y="457200"/>
            <a:ext cx="5852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FF00"/>
                </a:solidFill>
              </a:rPr>
              <a:t>IUPAC Nomenclature of Alcohols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6395" y="1678174"/>
            <a:ext cx="63246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Prefix – name of substituent with its location</a:t>
            </a:r>
          </a:p>
          <a:p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Word root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name of carbon atoms in parent chain</a:t>
            </a:r>
          </a:p>
          <a:p>
            <a:r>
              <a:rPr lang="en-US" sz="20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Primary suffix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name of  single double/triple bond in parent chain </a:t>
            </a:r>
          </a:p>
          <a:p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Secondary suffix 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IUPAC name of functional group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3124200"/>
            <a:ext cx="7747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1245668" y="1308842"/>
            <a:ext cx="624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Prefix</a:t>
            </a:r>
            <a:r>
              <a:rPr lang="en-US" dirty="0"/>
              <a:t>+ </a:t>
            </a:r>
            <a:r>
              <a:rPr lang="en-US" dirty="0">
                <a:solidFill>
                  <a:srgbClr val="FF0000"/>
                </a:solidFill>
              </a:rPr>
              <a:t>Word root </a:t>
            </a:r>
            <a:r>
              <a:rPr lang="en-US" dirty="0"/>
              <a:t>+</a:t>
            </a:r>
            <a:r>
              <a:rPr lang="en-US" dirty="0">
                <a:solidFill>
                  <a:srgbClr val="00B050"/>
                </a:solidFill>
              </a:rPr>
              <a:t>Primary suffix </a:t>
            </a:r>
            <a:r>
              <a:rPr lang="en-US" dirty="0"/>
              <a:t>+</a:t>
            </a:r>
            <a:r>
              <a:rPr lang="en-US" dirty="0">
                <a:solidFill>
                  <a:srgbClr val="C00000"/>
                </a:solidFill>
              </a:rPr>
              <a:t>Secondary suffix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3962400"/>
            <a:ext cx="2763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CH3 – C -  OH</a:t>
            </a:r>
          </a:p>
        </p:txBody>
      </p:sp>
      <p:sp>
        <p:nvSpPr>
          <p:cNvPr id="20" name="TextBox 19"/>
          <p:cNvSpPr txBox="1"/>
          <p:nvPr/>
        </p:nvSpPr>
        <p:spPr>
          <a:xfrm flipH="1">
            <a:off x="3200400" y="3276600"/>
            <a:ext cx="893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</a:t>
            </a:r>
            <a:r>
              <a:rPr lang="en-US" baseline="-25000" dirty="0"/>
              <a:t>3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4572000"/>
            <a:ext cx="1066800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25" name="Straight Connector 24"/>
          <p:cNvCxnSpPr/>
          <p:nvPr/>
        </p:nvCxnSpPr>
        <p:spPr>
          <a:xfrm>
            <a:off x="3429000" y="4320298"/>
            <a:ext cx="0" cy="2517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3" name="Straight Arrow Connector 1042"/>
          <p:cNvCxnSpPr/>
          <p:nvPr/>
        </p:nvCxnSpPr>
        <p:spPr>
          <a:xfrm>
            <a:off x="3962400" y="4953000"/>
            <a:ext cx="9144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4" name="TextBox 1043"/>
          <p:cNvSpPr txBox="1"/>
          <p:nvPr/>
        </p:nvSpPr>
        <p:spPr>
          <a:xfrm>
            <a:off x="5029200" y="4648200"/>
            <a:ext cx="25000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Word root </a:t>
            </a:r>
            <a:r>
              <a:rPr lang="en-US" dirty="0"/>
              <a:t>-Parent chain with3 C atoms 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1046" name="Straight Arrow Connector 1045"/>
          <p:cNvCxnSpPr/>
          <p:nvPr/>
        </p:nvCxnSpPr>
        <p:spPr>
          <a:xfrm>
            <a:off x="4574553" y="4114800"/>
            <a:ext cx="384797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7" name="TextBox 1046"/>
          <p:cNvSpPr txBox="1"/>
          <p:nvPr/>
        </p:nvSpPr>
        <p:spPr>
          <a:xfrm>
            <a:off x="5105400" y="3801070"/>
            <a:ext cx="160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Functional group (Alcohol)</a:t>
            </a:r>
          </a:p>
        </p:txBody>
      </p:sp>
      <p:cxnSp>
        <p:nvCxnSpPr>
          <p:cNvPr id="1049" name="Straight Arrow Connector 1048"/>
          <p:cNvCxnSpPr/>
          <p:nvPr/>
        </p:nvCxnSpPr>
        <p:spPr>
          <a:xfrm flipH="1">
            <a:off x="1828800" y="4038600"/>
            <a:ext cx="6858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0" name="TextBox 1049"/>
          <p:cNvSpPr txBox="1"/>
          <p:nvPr/>
        </p:nvSpPr>
        <p:spPr>
          <a:xfrm>
            <a:off x="914400" y="3733800"/>
            <a:ext cx="881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Side chain</a:t>
            </a:r>
          </a:p>
        </p:txBody>
      </p:sp>
      <p:sp>
        <p:nvSpPr>
          <p:cNvPr id="1052" name="TextBox 1051"/>
          <p:cNvSpPr txBox="1"/>
          <p:nvPr/>
        </p:nvSpPr>
        <p:spPr>
          <a:xfrm>
            <a:off x="3098460" y="3352800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053" name="TextBox 1052"/>
          <p:cNvSpPr txBox="1"/>
          <p:nvPr/>
        </p:nvSpPr>
        <p:spPr>
          <a:xfrm>
            <a:off x="3124200" y="3821668"/>
            <a:ext cx="388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054" name="TextBox 1053"/>
          <p:cNvSpPr txBox="1"/>
          <p:nvPr/>
        </p:nvSpPr>
        <p:spPr>
          <a:xfrm>
            <a:off x="3124200" y="4431268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581949" y="5365703"/>
            <a:ext cx="950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Prop +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88322" y="5324388"/>
            <a:ext cx="793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52448" y="5338308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2-ol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0906" y="5324388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2-Methyl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38695" y="5338308"/>
            <a:ext cx="28825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= 2-Methylpropan-2-ol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76600" y="4583668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cxnSp>
        <p:nvCxnSpPr>
          <p:cNvPr id="34" name="Straight Connector 33"/>
          <p:cNvCxnSpPr/>
          <p:nvPr/>
        </p:nvCxnSpPr>
        <p:spPr>
          <a:xfrm>
            <a:off x="3352800" y="3631812"/>
            <a:ext cx="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2267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044" grpId="0"/>
      <p:bldP spid="1047" grpId="0"/>
      <p:bldP spid="1050" grpId="0"/>
      <p:bldP spid="3" grpId="0"/>
      <p:bldP spid="4" grpId="0"/>
      <p:bldP spid="5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64"/>
          <a:stretch/>
        </p:blipFill>
        <p:spPr bwMode="auto">
          <a:xfrm>
            <a:off x="152400" y="914400"/>
            <a:ext cx="8610599" cy="5486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092035" y="447902"/>
            <a:ext cx="4800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Common and IUPAC Names of Alcohols</a:t>
            </a:r>
          </a:p>
        </p:txBody>
      </p:sp>
    </p:spTree>
    <p:extLst>
      <p:ext uri="{BB962C8B-B14F-4D97-AF65-F5344CB8AC3E}">
        <p14:creationId xmlns:p14="http://schemas.microsoft.com/office/powerpoint/2010/main" val="154157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09800" y="619780"/>
            <a:ext cx="45544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FF00"/>
                </a:solidFill>
              </a:rPr>
              <a:t>Nomenclature of Phenols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156855"/>
            <a:ext cx="5600700" cy="1476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1295400" y="2633230"/>
            <a:ext cx="7467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   Phenol      2-Methyl       3-Methyl          4-Methyl</a:t>
            </a:r>
          </a:p>
          <a:p>
            <a:r>
              <a:rPr lang="en-US" dirty="0"/>
              <a:t>                       phenol           </a:t>
            </a:r>
            <a:r>
              <a:rPr lang="en-US" dirty="0" err="1"/>
              <a:t>phenol</a:t>
            </a:r>
            <a:r>
              <a:rPr lang="en-US" dirty="0"/>
              <a:t>               </a:t>
            </a:r>
            <a:r>
              <a:rPr lang="en-US" dirty="0" err="1"/>
              <a:t>phenol</a:t>
            </a:r>
            <a:endParaRPr lang="en-US" dirty="0"/>
          </a:p>
          <a:p>
            <a:r>
              <a:rPr lang="en-US" dirty="0"/>
              <a:t>                     </a:t>
            </a:r>
          </a:p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81000" y="3613666"/>
            <a:ext cx="838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Dihydroxy</a:t>
            </a:r>
            <a:r>
              <a:rPr lang="en-US" dirty="0"/>
              <a:t> derivatives of  benzene are known as 1, 2-, 1, 3- and  1, 4-benzenediol.</a:t>
            </a:r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3550" y="4273852"/>
            <a:ext cx="51816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552450" y="5479197"/>
            <a:ext cx="7543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IUPAC        Benzene                </a:t>
            </a:r>
            <a:r>
              <a:rPr lang="en-US" dirty="0" err="1"/>
              <a:t>Benzene</a:t>
            </a:r>
            <a:r>
              <a:rPr lang="en-US" dirty="0"/>
              <a:t>               </a:t>
            </a:r>
            <a:r>
              <a:rPr lang="en-US" dirty="0" err="1"/>
              <a:t>Benzene</a:t>
            </a:r>
            <a:r>
              <a:rPr lang="en-US" dirty="0"/>
              <a:t>                                      </a:t>
            </a:r>
          </a:p>
          <a:p>
            <a:r>
              <a:rPr lang="en-US" dirty="0"/>
              <a:t>name      -1,2-diol              -1,3-diol                - 1,4-diol</a:t>
            </a:r>
          </a:p>
        </p:txBody>
      </p:sp>
    </p:spTree>
    <p:extLst>
      <p:ext uri="{BB962C8B-B14F-4D97-AF65-F5344CB8AC3E}">
        <p14:creationId xmlns:p14="http://schemas.microsoft.com/office/powerpoint/2010/main" val="4221532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/>
        </p:nvSpPr>
        <p:spPr>
          <a:xfrm>
            <a:off x="5426053" y="1698462"/>
            <a:ext cx="2438400" cy="89603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293444" y="1900231"/>
            <a:ext cx="1219200" cy="6047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 flipH="1">
            <a:off x="2057400" y="457200"/>
            <a:ext cx="61722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Nomenclature of Ethers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8035" y="1848672"/>
            <a:ext cx="67249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  <a:r>
              <a:rPr lang="en-US" sz="4000" dirty="0">
                <a:solidFill>
                  <a:srgbClr val="FF0000"/>
                </a:solidFill>
              </a:rPr>
              <a:t>IUPAC Name </a:t>
            </a:r>
            <a:r>
              <a:rPr lang="en-US" sz="4000" dirty="0"/>
              <a:t>– </a:t>
            </a:r>
            <a:r>
              <a:rPr lang="en-US" sz="2400" dirty="0" err="1">
                <a:solidFill>
                  <a:srgbClr val="C00000"/>
                </a:solidFill>
              </a:rPr>
              <a:t>Alkoxy</a:t>
            </a:r>
            <a:r>
              <a:rPr lang="en-US" sz="4000" dirty="0"/>
              <a:t> </a:t>
            </a:r>
            <a:r>
              <a:rPr lang="en-US" sz="4000" dirty="0">
                <a:solidFill>
                  <a:srgbClr val="0070C0"/>
                </a:solidFill>
              </a:rPr>
              <a:t>alkane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11782" y="2895600"/>
            <a:ext cx="1219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Name of smaller alkyl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7553" y="2865429"/>
            <a:ext cx="1295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 of bigger alkyl</a:t>
            </a:r>
          </a:p>
        </p:txBody>
      </p:sp>
      <p:cxnSp>
        <p:nvCxnSpPr>
          <p:cNvPr id="13" name="Straight Arrow Connector 12"/>
          <p:cNvCxnSpPr>
            <a:endCxn id="10" idx="0"/>
          </p:cNvCxnSpPr>
          <p:nvPr/>
        </p:nvCxnSpPr>
        <p:spPr>
          <a:xfrm>
            <a:off x="4821382" y="2648635"/>
            <a:ext cx="0" cy="24696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6553200" y="2680041"/>
            <a:ext cx="0" cy="21555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274050" y="3910235"/>
            <a:ext cx="21707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CH</a:t>
            </a:r>
            <a:r>
              <a:rPr lang="en-US" sz="2800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2800" dirty="0">
                <a:solidFill>
                  <a:srgbClr val="C00000"/>
                </a:solidFill>
              </a:rPr>
              <a:t>CH</a:t>
            </a:r>
            <a:r>
              <a:rPr lang="en-US" sz="2800" baseline="-25000" dirty="0">
                <a:solidFill>
                  <a:srgbClr val="C00000"/>
                </a:solidFill>
              </a:rPr>
              <a:t>2 </a:t>
            </a:r>
            <a:r>
              <a:rPr lang="en-US" sz="2800" dirty="0">
                <a:solidFill>
                  <a:srgbClr val="C00000"/>
                </a:solidFill>
              </a:rPr>
              <a:t>- O</a:t>
            </a:r>
            <a:endParaRPr lang="en-US" sz="2800" baseline="-25000" dirty="0">
              <a:solidFill>
                <a:srgbClr val="C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705286" y="4660612"/>
            <a:ext cx="19159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1- </a:t>
            </a:r>
            <a:r>
              <a:rPr lang="en-US" sz="32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Ethoxy</a:t>
            </a:r>
            <a:endParaRPr lang="en-US" sz="3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38765" y="3849892"/>
            <a:ext cx="24288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CH</a:t>
            </a:r>
            <a:r>
              <a:rPr lang="en-US" sz="2800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</a:t>
            </a:r>
            <a:r>
              <a:rPr lang="en-US" sz="2800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</a:t>
            </a:r>
            <a:r>
              <a:rPr lang="en-US" sz="2800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10200" y="4673025"/>
            <a:ext cx="16866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propane</a:t>
            </a:r>
          </a:p>
        </p:txBody>
      </p:sp>
    </p:spTree>
    <p:extLst>
      <p:ext uri="{BB962C8B-B14F-4D97-AF65-F5344CB8AC3E}">
        <p14:creationId xmlns:p14="http://schemas.microsoft.com/office/powerpoint/2010/main" val="1293136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0" grpId="0"/>
      <p:bldP spid="11" grpId="0"/>
      <p:bldP spid="4" grpId="0"/>
      <p:bldP spid="8" grpId="0"/>
      <p:bldP spid="9" grpId="0"/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447800"/>
            <a:ext cx="2819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3407" y="1371600"/>
            <a:ext cx="2219325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362200" y="609600"/>
            <a:ext cx="52437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FF00"/>
                </a:solidFill>
              </a:rPr>
              <a:t>IUPAC Names of some Ethers</a:t>
            </a:r>
          </a:p>
        </p:txBody>
      </p:sp>
    </p:spTree>
    <p:extLst>
      <p:ext uri="{BB962C8B-B14F-4D97-AF65-F5344CB8AC3E}">
        <p14:creationId xmlns:p14="http://schemas.microsoft.com/office/powerpoint/2010/main" val="2433116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63098" y="457200"/>
            <a:ext cx="37841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FF00"/>
                </a:solidFill>
              </a:rPr>
              <a:t>Learning Check:</a:t>
            </a:r>
          </a:p>
        </p:txBody>
      </p:sp>
      <p:sp>
        <p:nvSpPr>
          <p:cNvPr id="3" name="Rectangle 2"/>
          <p:cNvSpPr/>
          <p:nvPr/>
        </p:nvSpPr>
        <p:spPr>
          <a:xfrm>
            <a:off x="762000" y="1415534"/>
            <a:ext cx="7010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Name the following compounds according to IUPAC system</a:t>
            </a:r>
            <a:r>
              <a:rPr lang="en-US" dirty="0"/>
              <a:t>.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286000"/>
            <a:ext cx="2930236" cy="980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9417" y="3494603"/>
            <a:ext cx="2105025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2316" y="4451866"/>
            <a:ext cx="1419225" cy="8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914400" y="2471566"/>
            <a:ext cx="404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404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1" y="4667250"/>
            <a:ext cx="404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3.</a:t>
            </a:r>
          </a:p>
        </p:txBody>
      </p:sp>
    </p:spTree>
    <p:extLst>
      <p:ext uri="{BB962C8B-B14F-4D97-AF65-F5344CB8AC3E}">
        <p14:creationId xmlns:p14="http://schemas.microsoft.com/office/powerpoint/2010/main" val="2212320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577" y="1447800"/>
            <a:ext cx="7632700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057400" y="420559"/>
            <a:ext cx="6477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Structure of Alcohols ,Phenols and Ethers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511" y="4112098"/>
            <a:ext cx="8001577" cy="40011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Ether has larger bond angle due to repulsion between bulkier groups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8722" y="5153706"/>
            <a:ext cx="8005974" cy="40011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Phenol has smaller bond length due to partial double bond character.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4876800" y="2667000"/>
            <a:ext cx="1981200" cy="2362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7239000" y="2362200"/>
            <a:ext cx="0" cy="14859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5531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4126726906"/>
              </p:ext>
            </p:extLst>
          </p:nvPr>
        </p:nvGraphicFramePr>
        <p:xfrm>
          <a:off x="1524000" y="12192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66402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57400" y="463475"/>
            <a:ext cx="6019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Preparation of Alcohol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8529" y="1320923"/>
            <a:ext cx="39554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1.From alkenes: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3273" y="2057400"/>
            <a:ext cx="64395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) By acid catalyzed </a:t>
            </a:r>
            <a:r>
              <a:rPr lang="en-US" sz="3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hydration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2100" y="2971800"/>
            <a:ext cx="6188075" cy="2597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64158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8045" y="374070"/>
            <a:ext cx="7620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381000" y="1219201"/>
            <a:ext cx="7924800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mechanism of the reaction involves the following three steps:</a:t>
            </a:r>
          </a:p>
          <a:p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228600" y="1674673"/>
            <a:ext cx="8458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Step 1: Protonation of alkene to form carbocation by electrophilic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attack of  H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sz="20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838200" y="2514600"/>
            <a:ext cx="4191000" cy="838200"/>
            <a:chOff x="4959927" y="5029200"/>
            <a:chExt cx="4191000" cy="838200"/>
          </a:xfrm>
        </p:grpSpPr>
        <p:sp>
          <p:nvSpPr>
            <p:cNvPr id="18" name="Rounded Rectangle 17"/>
            <p:cNvSpPr>
              <a:spLocks noChangeArrowheads="1"/>
            </p:cNvSpPr>
            <p:nvPr/>
          </p:nvSpPr>
          <p:spPr bwMode="auto">
            <a:xfrm>
              <a:off x="4959927" y="5029200"/>
              <a:ext cx="4191000" cy="838200"/>
            </a:xfrm>
            <a:prstGeom prst="roundRect">
              <a:avLst>
                <a:gd name="adj" fmla="val 16667"/>
              </a:avLst>
            </a:prstGeom>
            <a:gradFill flip="none" rotWithShape="1">
              <a:gsLst>
                <a:gs pos="0">
                  <a:srgbClr val="5E9EFF"/>
                </a:gs>
                <a:gs pos="89000">
                  <a:srgbClr val="85C2FF"/>
                </a:gs>
                <a:gs pos="0">
                  <a:srgbClr val="C4D6EB"/>
                </a:gs>
                <a:gs pos="95000">
                  <a:srgbClr val="FFEBFA"/>
                </a:gs>
              </a:gsLst>
              <a:lin ang="5400000" scaled="0"/>
              <a:tileRect/>
            </a:gradFill>
            <a:ln w="9525">
              <a:gradFill>
                <a:gsLst>
                  <a:gs pos="78000">
                    <a:srgbClr val="8488C4"/>
                  </a:gs>
                  <a:gs pos="62000">
                    <a:srgbClr val="D4DEFF"/>
                  </a:gs>
                  <a:gs pos="83000">
                    <a:srgbClr val="D4DEFF"/>
                  </a:gs>
                  <a:gs pos="100000">
                    <a:srgbClr val="96AB94"/>
                  </a:gs>
                </a:gsLst>
                <a:lin ang="5400000" scaled="0"/>
              </a:gradFill>
              <a:round/>
              <a:headEnd/>
              <a:tailEnd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anchor="ctr"/>
            <a:lstStyle/>
            <a:p>
              <a:pPr>
                <a:defRPr/>
              </a:pPr>
              <a:endPara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0244" name="Picture 4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81601" y="5181600"/>
              <a:ext cx="3733800" cy="533400"/>
            </a:xfrm>
            <a:prstGeom prst="rect">
              <a:avLst/>
            </a:prstGeom>
            <a:noFill/>
            <a:ln>
              <a:gradFill>
                <a:gsLst>
                  <a:gs pos="78000">
                    <a:srgbClr val="8488C4"/>
                  </a:gs>
                  <a:gs pos="62000">
                    <a:srgbClr val="D4DEFF"/>
                  </a:gs>
                  <a:gs pos="83000">
                    <a:srgbClr val="D4DEFF"/>
                  </a:gs>
                  <a:gs pos="100000">
                    <a:srgbClr val="96AB94"/>
                  </a:gs>
                </a:gsLst>
                <a:lin ang="5400000" scaled="0"/>
              </a:gra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" name="Rectangle 4"/>
          <p:cNvSpPr/>
          <p:nvPr/>
        </p:nvSpPr>
        <p:spPr>
          <a:xfrm>
            <a:off x="381000" y="3516868"/>
            <a:ext cx="6324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Step 2: Nucleophilic attack of water on carbocation.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990600" y="3886200"/>
            <a:ext cx="4191000" cy="838200"/>
            <a:chOff x="990600" y="3671490"/>
            <a:chExt cx="4191000" cy="838200"/>
          </a:xfrm>
        </p:grpSpPr>
        <p:sp>
          <p:nvSpPr>
            <p:cNvPr id="22" name="Rounded Rectangle 21"/>
            <p:cNvSpPr>
              <a:spLocks noChangeArrowheads="1"/>
            </p:cNvSpPr>
            <p:nvPr/>
          </p:nvSpPr>
          <p:spPr bwMode="auto">
            <a:xfrm>
              <a:off x="990600" y="3671490"/>
              <a:ext cx="4191000" cy="838200"/>
            </a:xfrm>
            <a:prstGeom prst="roundRect">
              <a:avLst>
                <a:gd name="adj" fmla="val 16667"/>
              </a:avLst>
            </a:prstGeom>
            <a:gradFill flip="none" rotWithShape="1">
              <a:gsLst>
                <a:gs pos="0">
                  <a:srgbClr val="5E9EFF"/>
                </a:gs>
                <a:gs pos="89000">
                  <a:srgbClr val="85C2FF"/>
                </a:gs>
                <a:gs pos="0">
                  <a:srgbClr val="C4D6EB"/>
                </a:gs>
                <a:gs pos="95000">
                  <a:srgbClr val="FFEBFA"/>
                </a:gs>
              </a:gsLst>
              <a:lin ang="5400000" scaled="0"/>
              <a:tileRect/>
            </a:gradFill>
            <a:ln w="9525">
              <a:gradFill>
                <a:gsLst>
                  <a:gs pos="78000">
                    <a:srgbClr val="8488C4"/>
                  </a:gs>
                  <a:gs pos="62000">
                    <a:srgbClr val="D4DEFF"/>
                  </a:gs>
                  <a:gs pos="83000">
                    <a:srgbClr val="D4DEFF"/>
                  </a:gs>
                  <a:gs pos="100000">
                    <a:srgbClr val="96AB94"/>
                  </a:gs>
                </a:gsLst>
                <a:lin ang="5400000" scaled="0"/>
              </a:gradFill>
              <a:round/>
              <a:headEnd/>
              <a:tailEnd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anchor="ctr"/>
            <a:lstStyle/>
            <a:p>
              <a:pPr>
                <a:defRPr/>
              </a:pPr>
              <a:endPara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0245" name="Picture 5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3000" y="3810000"/>
              <a:ext cx="3886199" cy="6191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" name="Rectangle 5"/>
          <p:cNvSpPr/>
          <p:nvPr/>
        </p:nvSpPr>
        <p:spPr>
          <a:xfrm>
            <a:off x="381000" y="4953000"/>
            <a:ext cx="67402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Step 3: Deprotonation to form an alcohol.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81400" y="457200"/>
            <a:ext cx="25907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Mechanism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5715000" y="2057400"/>
            <a:ext cx="2514600" cy="533400"/>
            <a:chOff x="1447800" y="2667000"/>
            <a:chExt cx="4876800" cy="906780"/>
          </a:xfrm>
        </p:grpSpPr>
        <p:sp>
          <p:nvSpPr>
            <p:cNvPr id="14" name="Rounded Rectangle 13"/>
            <p:cNvSpPr>
              <a:spLocks noChangeArrowheads="1"/>
            </p:cNvSpPr>
            <p:nvPr/>
          </p:nvSpPr>
          <p:spPr bwMode="auto">
            <a:xfrm>
              <a:off x="1447800" y="2667000"/>
              <a:ext cx="4876800" cy="906780"/>
            </a:xfrm>
            <a:prstGeom prst="roundRect">
              <a:avLst>
                <a:gd name="adj" fmla="val 16667"/>
              </a:avLst>
            </a:prstGeom>
            <a:gradFill flip="none" rotWithShape="1">
              <a:gsLst>
                <a:gs pos="0">
                  <a:srgbClr val="5E9EFF"/>
                </a:gs>
                <a:gs pos="89000">
                  <a:srgbClr val="85C2FF"/>
                </a:gs>
                <a:gs pos="0">
                  <a:srgbClr val="C4D6EB"/>
                </a:gs>
                <a:gs pos="95000">
                  <a:srgbClr val="FFEBFA"/>
                </a:gs>
              </a:gsLst>
              <a:lin ang="5400000" scaled="0"/>
              <a:tileRect/>
            </a:gradFill>
            <a:ln w="9525">
              <a:noFill/>
              <a:round/>
              <a:headEnd/>
              <a:tailEnd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anchor="ctr"/>
            <a:lstStyle/>
            <a:p>
              <a:pPr>
                <a:defRPr/>
              </a:pPr>
              <a:endPara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Rectangle 3"/>
            <p:cNvSpPr/>
            <p:nvPr/>
          </p:nvSpPr>
          <p:spPr>
            <a:xfrm>
              <a:off x="1591235" y="2926080"/>
              <a:ext cx="262924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 H</a:t>
              </a:r>
              <a:r>
                <a:rPr lang="en-US" baseline="-25000" dirty="0"/>
                <a:t>2</a:t>
              </a:r>
              <a:r>
                <a:rPr lang="en-US" dirty="0"/>
                <a:t>O  +  H</a:t>
              </a:r>
              <a:r>
                <a:rPr lang="en-US" baseline="30000" dirty="0"/>
                <a:t>+</a:t>
              </a:r>
              <a:r>
                <a:rPr lang="en-US" dirty="0"/>
                <a:t> →   H</a:t>
              </a:r>
              <a:r>
                <a:rPr lang="en-US" baseline="-25000" dirty="0"/>
                <a:t>3</a:t>
              </a:r>
              <a:r>
                <a:rPr lang="en-US" dirty="0"/>
                <a:t>O</a:t>
              </a:r>
              <a:r>
                <a:rPr lang="en-US" baseline="30000" dirty="0"/>
                <a:t>+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1295400" y="5486400"/>
            <a:ext cx="4191000" cy="838200"/>
            <a:chOff x="3352800" y="5029200"/>
            <a:chExt cx="4191000" cy="838200"/>
          </a:xfrm>
        </p:grpSpPr>
        <p:sp>
          <p:nvSpPr>
            <p:cNvPr id="26" name="Rounded Rectangle 25"/>
            <p:cNvSpPr>
              <a:spLocks noChangeArrowheads="1"/>
            </p:cNvSpPr>
            <p:nvPr/>
          </p:nvSpPr>
          <p:spPr bwMode="auto">
            <a:xfrm>
              <a:off x="3352800" y="5029200"/>
              <a:ext cx="4191000" cy="838200"/>
            </a:xfrm>
            <a:prstGeom prst="roundRect">
              <a:avLst>
                <a:gd name="adj" fmla="val 16667"/>
              </a:avLst>
            </a:prstGeom>
            <a:gradFill flip="none" rotWithShape="1">
              <a:gsLst>
                <a:gs pos="0">
                  <a:srgbClr val="5E9EFF"/>
                </a:gs>
                <a:gs pos="89000">
                  <a:srgbClr val="85C2FF"/>
                </a:gs>
                <a:gs pos="0">
                  <a:srgbClr val="C4D6EB"/>
                </a:gs>
                <a:gs pos="95000">
                  <a:srgbClr val="FFEBFA"/>
                </a:gs>
              </a:gsLst>
              <a:lin ang="5400000" scaled="0"/>
              <a:tileRect/>
            </a:gradFill>
            <a:ln w="9525">
              <a:gradFill>
                <a:gsLst>
                  <a:gs pos="78000">
                    <a:srgbClr val="8488C4"/>
                  </a:gs>
                  <a:gs pos="62000">
                    <a:srgbClr val="D4DEFF"/>
                  </a:gs>
                  <a:gs pos="83000">
                    <a:srgbClr val="D4DEFF"/>
                  </a:gs>
                  <a:gs pos="100000">
                    <a:srgbClr val="96AB94"/>
                  </a:gs>
                </a:gsLst>
                <a:lin ang="5400000" scaled="0"/>
              </a:gradFill>
              <a:round/>
              <a:headEnd/>
              <a:tailEnd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anchor="ctr"/>
            <a:lstStyle/>
            <a:p>
              <a:pPr>
                <a:defRPr/>
              </a:pPr>
              <a:endPara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0246" name="Picture 6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05200" y="5029200"/>
              <a:ext cx="3971925" cy="838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806113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0" y="457200"/>
            <a:ext cx="51758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(ii) By hydroboration - oxidation</a:t>
            </a: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74480"/>
            <a:ext cx="7699375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685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04800"/>
            <a:ext cx="76200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85800" y="4807856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excellent  yield of  alcohol.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85800" y="5131022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follows </a:t>
            </a:r>
            <a:r>
              <a:rPr lang="en-US" dirty="0" err="1"/>
              <a:t>Markonikov</a:t>
            </a:r>
            <a:r>
              <a:rPr lang="en-US" dirty="0"/>
              <a:t>’ rule to form Propan–1–ol which is different from hydration of </a:t>
            </a:r>
            <a:r>
              <a:rPr lang="en-US" dirty="0" err="1"/>
              <a:t>alkene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70509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12966" y="387927"/>
            <a:ext cx="55579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2.From Carbonyl Compounds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110734"/>
            <a:ext cx="4810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 By reduction of aldehydes and ketones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927" y="1447800"/>
            <a:ext cx="5267325" cy="1682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739" y="3532148"/>
            <a:ext cx="5565775" cy="1427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16740" y="3162816"/>
            <a:ext cx="5415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(ii) By reduction of carboxylic acids and esters:</a:t>
            </a:r>
          </a:p>
        </p:txBody>
      </p:sp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4959311"/>
            <a:ext cx="628015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99545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1DB85-058E-4764-85C1-AA10D297F6BD}" type="datetime3">
              <a:rPr lang="en-US" smtClean="0"/>
              <a:pPr/>
              <a:t>16 April 2026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1DB85-058E-4764-85C1-AA10D297F6BD}" type="datetime3">
              <a:rPr lang="en-US" smtClean="0"/>
              <a:pPr/>
              <a:t>16 April 2026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981200" y="457200"/>
            <a:ext cx="65532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3200" dirty="0">
                <a:solidFill>
                  <a:srgbClr val="FFFF00"/>
                </a:solidFill>
                <a:latin typeface="Arial"/>
              </a:rPr>
              <a:t>3.From Grignard reagents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04800" y="1219200"/>
            <a:ext cx="86868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/>
                <a:ea typeface="+mj-ea"/>
                <a:cs typeface="+mj-cs"/>
              </a:rPr>
              <a:t>Grignard reagents act as nucleophiles toward the carbonyl group to </a:t>
            </a:r>
            <a:br>
              <a:rPr kumimoji="0" lang="en-US" altLang="en-US" sz="2000" b="0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altLang="en-US" sz="2000" b="0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/>
                <a:ea typeface="+mj-ea"/>
                <a:cs typeface="+mj-cs"/>
              </a:rPr>
              <a:t>form alcohol in two steps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</p:txBody>
      </p:sp>
      <p:sp>
        <p:nvSpPr>
          <p:cNvPr id="7" name="Rectangle 15"/>
          <p:cNvSpPr>
            <a:spLocks noChangeArrowheads="1"/>
          </p:cNvSpPr>
          <p:nvPr/>
        </p:nvSpPr>
        <p:spPr bwMode="auto">
          <a:xfrm>
            <a:off x="334963" y="1865313"/>
            <a:ext cx="561052" cy="51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sz="2400">
                <a:solidFill>
                  <a:schemeClr val="tx1"/>
                </a:solidFill>
                <a:latin typeface="Times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sz="2400">
                <a:solidFill>
                  <a:schemeClr val="tx1"/>
                </a:solidFill>
                <a:latin typeface="Times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sz="2400">
                <a:solidFill>
                  <a:schemeClr val="tx1"/>
                </a:solidFill>
                <a:latin typeface="Times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sz="2400">
                <a:solidFill>
                  <a:schemeClr val="tx1"/>
                </a:solidFill>
                <a:latin typeface="Times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sz="2400">
                <a:solidFill>
                  <a:schemeClr val="tx1"/>
                </a:solidFill>
                <a:latin typeface="Times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sz="2400">
                <a:solidFill>
                  <a:schemeClr val="tx1"/>
                </a:solidFill>
                <a:latin typeface="Times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sz="2400">
                <a:solidFill>
                  <a:schemeClr val="tx1"/>
                </a:solidFill>
                <a:latin typeface="Times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sz="2400">
                <a:solidFill>
                  <a:schemeClr val="tx1"/>
                </a:solidFill>
                <a:latin typeface="Times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sz="2400">
                <a:solidFill>
                  <a:schemeClr val="tx1"/>
                </a:solidFill>
                <a:latin typeface="Times"/>
              </a:defRPr>
            </a:lvl9pPr>
          </a:lstStyle>
          <a:p>
            <a:pPr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solidFill>
                  <a:srgbClr val="0070C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d</a:t>
            </a:r>
            <a:r>
              <a:rPr lang="en-US" altLang="en-US" sz="2800" dirty="0">
                <a:solidFill>
                  <a:srgbClr val="0070C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–</a:t>
            </a: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815975" y="2036763"/>
            <a:ext cx="442430" cy="5177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sz="2400">
                <a:solidFill>
                  <a:schemeClr val="tx1"/>
                </a:solidFill>
                <a:latin typeface="Times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sz="2400">
                <a:solidFill>
                  <a:schemeClr val="tx1"/>
                </a:solidFill>
                <a:latin typeface="Times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sz="2400">
                <a:solidFill>
                  <a:schemeClr val="tx1"/>
                </a:solidFill>
                <a:latin typeface="Times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sz="2400">
                <a:solidFill>
                  <a:schemeClr val="tx1"/>
                </a:solidFill>
                <a:latin typeface="Times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sz="2400">
                <a:solidFill>
                  <a:schemeClr val="tx1"/>
                </a:solidFill>
                <a:latin typeface="Times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sz="2400">
                <a:solidFill>
                  <a:schemeClr val="tx1"/>
                </a:solidFill>
                <a:latin typeface="Times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sz="2400">
                <a:solidFill>
                  <a:schemeClr val="tx1"/>
                </a:solidFill>
                <a:latin typeface="Times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sz="2400">
                <a:solidFill>
                  <a:schemeClr val="tx1"/>
                </a:solidFill>
                <a:latin typeface="Times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sz="2400">
                <a:solidFill>
                  <a:schemeClr val="tx1"/>
                </a:solidFill>
                <a:latin typeface="Times"/>
              </a:defRPr>
            </a:lvl9pPr>
          </a:lstStyle>
          <a:p>
            <a:pPr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28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823" y="2840182"/>
            <a:ext cx="9236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MgX</a:t>
            </a:r>
            <a:endParaRPr lang="en-US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" name="Straight Connector 15"/>
          <p:cNvCxnSpPr>
            <a:stCxn id="10" idx="2"/>
          </p:cNvCxnSpPr>
          <p:nvPr/>
        </p:nvCxnSpPr>
        <p:spPr>
          <a:xfrm>
            <a:off x="1037190" y="2554533"/>
            <a:ext cx="0" cy="2856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388384" y="2059943"/>
            <a:ext cx="444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0637" y="2881746"/>
            <a:ext cx="5036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</a:p>
        </p:txBody>
      </p:sp>
      <p:cxnSp>
        <p:nvCxnSpPr>
          <p:cNvPr id="23" name="Straight Connector 22"/>
          <p:cNvCxnSpPr/>
          <p:nvPr/>
        </p:nvCxnSpPr>
        <p:spPr>
          <a:xfrm>
            <a:off x="2553204" y="2533050"/>
            <a:ext cx="0" cy="348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2680331" y="2533050"/>
            <a:ext cx="0" cy="348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2680331" y="2961713"/>
            <a:ext cx="3048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</a:p>
          <a:p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357515" y="3104428"/>
            <a:ext cx="354013" cy="592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3" name="Straight Connector 52"/>
          <p:cNvCxnSpPr/>
          <p:nvPr/>
        </p:nvCxnSpPr>
        <p:spPr>
          <a:xfrm flipV="1">
            <a:off x="2874301" y="1871520"/>
            <a:ext cx="411375" cy="3768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flipH="1" flipV="1">
            <a:off x="1981200" y="1911883"/>
            <a:ext cx="407184" cy="2961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15"/>
          <p:cNvSpPr>
            <a:spLocks noChangeArrowheads="1"/>
          </p:cNvSpPr>
          <p:nvPr/>
        </p:nvSpPr>
        <p:spPr bwMode="auto">
          <a:xfrm>
            <a:off x="2394996" y="1691067"/>
            <a:ext cx="570670" cy="516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sz="2400">
                <a:solidFill>
                  <a:schemeClr val="tx1"/>
                </a:solidFill>
                <a:latin typeface="Times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sz="2400">
                <a:solidFill>
                  <a:schemeClr val="tx1"/>
                </a:solidFill>
                <a:latin typeface="Times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sz="2400">
                <a:solidFill>
                  <a:schemeClr val="tx1"/>
                </a:solidFill>
                <a:latin typeface="Times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sz="2400">
                <a:solidFill>
                  <a:schemeClr val="tx1"/>
                </a:solidFill>
                <a:latin typeface="Times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sz="2400">
                <a:solidFill>
                  <a:schemeClr val="tx1"/>
                </a:solidFill>
                <a:latin typeface="Times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sz="2400">
                <a:solidFill>
                  <a:schemeClr val="tx1"/>
                </a:solidFill>
                <a:latin typeface="Times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sz="2400">
                <a:solidFill>
                  <a:schemeClr val="tx1"/>
                </a:solidFill>
                <a:latin typeface="Times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sz="2400">
                <a:solidFill>
                  <a:schemeClr val="tx1"/>
                </a:solidFill>
                <a:latin typeface="Times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sz="2400">
                <a:solidFill>
                  <a:schemeClr val="tx1"/>
                </a:solidFill>
                <a:latin typeface="Times"/>
              </a:defRPr>
            </a:lvl9pPr>
          </a:lstStyle>
          <a:p>
            <a:pPr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solidFill>
                  <a:srgbClr val="0070C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d</a:t>
            </a:r>
            <a:r>
              <a:rPr lang="en-US" altLang="en-US" sz="2800" dirty="0">
                <a:solidFill>
                  <a:srgbClr val="0070C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+</a:t>
            </a:r>
          </a:p>
        </p:txBody>
      </p:sp>
      <p:sp>
        <p:nvSpPr>
          <p:cNvPr id="1038" name="Curved Left Arrow 1037"/>
          <p:cNvSpPr/>
          <p:nvPr/>
        </p:nvSpPr>
        <p:spPr>
          <a:xfrm>
            <a:off x="2971800" y="2621280"/>
            <a:ext cx="274320" cy="731520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tx1"/>
                </a:solidFill>
                <a:prstDash val="sysDot"/>
              </a:ln>
              <a:solidFill>
                <a:schemeClr val="tx1"/>
              </a:solidFill>
            </a:endParaRPr>
          </a:p>
        </p:txBody>
      </p:sp>
      <p:cxnSp>
        <p:nvCxnSpPr>
          <p:cNvPr id="1041" name="Straight Arrow Connector 1040"/>
          <p:cNvCxnSpPr/>
          <p:nvPr/>
        </p:nvCxnSpPr>
        <p:spPr>
          <a:xfrm>
            <a:off x="1258405" y="2295648"/>
            <a:ext cx="926387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5" name="Straight Arrow Connector 1044"/>
          <p:cNvCxnSpPr/>
          <p:nvPr/>
        </p:nvCxnSpPr>
        <p:spPr>
          <a:xfrm>
            <a:off x="3941618" y="2961713"/>
            <a:ext cx="1143000" cy="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0" name="TextBox 1049"/>
          <p:cNvSpPr txBox="1"/>
          <p:nvPr/>
        </p:nvSpPr>
        <p:spPr>
          <a:xfrm>
            <a:off x="4086772" y="2189572"/>
            <a:ext cx="9701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Diethyl</a:t>
            </a:r>
          </a:p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14109" y="2533051"/>
            <a:ext cx="533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9235" y="2519196"/>
            <a:ext cx="457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5929744" y="2861663"/>
            <a:ext cx="42949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6587834" y="2152825"/>
            <a:ext cx="0" cy="4017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6816435" y="2811583"/>
            <a:ext cx="422565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6080" y="3352800"/>
            <a:ext cx="811213" cy="858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42" name="Straight Connector 41"/>
          <p:cNvCxnSpPr/>
          <p:nvPr/>
        </p:nvCxnSpPr>
        <p:spPr>
          <a:xfrm>
            <a:off x="6587835" y="3039915"/>
            <a:ext cx="0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8710" y="3492368"/>
            <a:ext cx="354013" cy="592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7640" y="3492368"/>
            <a:ext cx="354013" cy="592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0258" y="3833110"/>
            <a:ext cx="592137" cy="354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8" name="Rectangle 12"/>
          <p:cNvSpPr>
            <a:spLocks noChangeArrowheads="1"/>
          </p:cNvSpPr>
          <p:nvPr/>
        </p:nvSpPr>
        <p:spPr bwMode="auto">
          <a:xfrm>
            <a:off x="6834685" y="3710857"/>
            <a:ext cx="383119" cy="551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sz="2400">
                <a:solidFill>
                  <a:schemeClr val="tx1"/>
                </a:solidFill>
                <a:latin typeface="Times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sz="2400">
                <a:solidFill>
                  <a:schemeClr val="tx1"/>
                </a:solidFill>
                <a:latin typeface="Times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sz="2400">
                <a:solidFill>
                  <a:schemeClr val="tx1"/>
                </a:solidFill>
                <a:latin typeface="Times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sz="2400">
                <a:solidFill>
                  <a:schemeClr val="tx1"/>
                </a:solidFill>
                <a:latin typeface="Times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sz="2400">
                <a:solidFill>
                  <a:schemeClr val="tx1"/>
                </a:solidFill>
                <a:latin typeface="Times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sz="2400">
                <a:solidFill>
                  <a:schemeClr val="tx1"/>
                </a:solidFill>
                <a:latin typeface="Times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sz="2400">
                <a:solidFill>
                  <a:schemeClr val="tx1"/>
                </a:solidFill>
                <a:latin typeface="Times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sz="2400">
                <a:solidFill>
                  <a:schemeClr val="tx1"/>
                </a:solidFill>
                <a:latin typeface="Times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sz="2400">
                <a:solidFill>
                  <a:schemeClr val="tx1"/>
                </a:solidFill>
                <a:latin typeface="Times"/>
              </a:defRPr>
            </a:lvl9pPr>
          </a:lstStyle>
          <a:p>
            <a:pPr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2800" dirty="0">
                <a:solidFill>
                  <a:srgbClr val="0070C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–</a:t>
            </a:r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7133" y="3534493"/>
            <a:ext cx="846980" cy="6565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0" name="Rectangle 14"/>
          <p:cNvSpPr>
            <a:spLocks noChangeArrowheads="1"/>
          </p:cNvSpPr>
          <p:nvPr/>
        </p:nvSpPr>
        <p:spPr bwMode="auto">
          <a:xfrm>
            <a:off x="7037103" y="3457315"/>
            <a:ext cx="392737" cy="5177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sz="2400">
                <a:solidFill>
                  <a:schemeClr val="tx1"/>
                </a:solidFill>
                <a:latin typeface="Times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sz="2400">
                <a:solidFill>
                  <a:schemeClr val="tx1"/>
                </a:solidFill>
                <a:latin typeface="Times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sz="2400">
                <a:solidFill>
                  <a:schemeClr val="tx1"/>
                </a:solidFill>
                <a:latin typeface="Times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sz="2400">
                <a:solidFill>
                  <a:schemeClr val="tx1"/>
                </a:solidFill>
                <a:latin typeface="Times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sz="2400">
                <a:solidFill>
                  <a:schemeClr val="tx1"/>
                </a:solidFill>
                <a:latin typeface="Times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sz="2400">
                <a:solidFill>
                  <a:schemeClr val="tx1"/>
                </a:solidFill>
                <a:latin typeface="Times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sz="2400">
                <a:solidFill>
                  <a:schemeClr val="tx1"/>
                </a:solidFill>
                <a:latin typeface="Times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sz="2400">
                <a:solidFill>
                  <a:schemeClr val="tx1"/>
                </a:solidFill>
                <a:latin typeface="Times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sz="2400">
                <a:solidFill>
                  <a:schemeClr val="tx1"/>
                </a:solidFill>
                <a:latin typeface="Times"/>
              </a:defRPr>
            </a:lvl9pPr>
          </a:lstStyle>
          <a:p>
            <a:pPr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2800" dirty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+</a:t>
            </a:r>
          </a:p>
        </p:txBody>
      </p:sp>
      <p:sp>
        <p:nvSpPr>
          <p:cNvPr id="61" name="Rectangle 52"/>
          <p:cNvSpPr>
            <a:spLocks noChangeArrowheads="1"/>
          </p:cNvSpPr>
          <p:nvPr/>
        </p:nvSpPr>
        <p:spPr bwMode="auto">
          <a:xfrm>
            <a:off x="5791200" y="4267200"/>
            <a:ext cx="990600" cy="54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sz="2400">
                <a:solidFill>
                  <a:schemeClr val="tx1"/>
                </a:solidFill>
                <a:latin typeface="Times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sz="2400">
                <a:solidFill>
                  <a:schemeClr val="tx1"/>
                </a:solidFill>
                <a:latin typeface="Times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sz="2400">
                <a:solidFill>
                  <a:schemeClr val="tx1"/>
                </a:solidFill>
                <a:latin typeface="Times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sz="2400">
                <a:solidFill>
                  <a:schemeClr val="tx1"/>
                </a:solidFill>
                <a:latin typeface="Times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sz="2400">
                <a:solidFill>
                  <a:schemeClr val="tx1"/>
                </a:solidFill>
                <a:latin typeface="Times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sz="2400">
                <a:solidFill>
                  <a:schemeClr val="tx1"/>
                </a:solidFill>
                <a:latin typeface="Times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sz="2400">
                <a:solidFill>
                  <a:schemeClr val="tx1"/>
                </a:solidFill>
                <a:latin typeface="Times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sz="2400">
                <a:solidFill>
                  <a:schemeClr val="tx1"/>
                </a:solidFill>
                <a:latin typeface="Times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 sz="2400">
                <a:solidFill>
                  <a:schemeClr val="tx1"/>
                </a:solidFill>
                <a:latin typeface="Times"/>
              </a:defRPr>
            </a:lvl9pPr>
          </a:lstStyle>
          <a:p>
            <a:pPr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H</a:t>
            </a:r>
            <a:r>
              <a:rPr lang="en-US" altLang="en-US" sz="2800" baseline="-25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3</a:t>
            </a:r>
            <a:r>
              <a:rPr lang="en-US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O</a:t>
            </a:r>
            <a:r>
              <a:rPr lang="en-US" altLang="en-US" sz="2800" baseline="30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+</a:t>
            </a:r>
          </a:p>
        </p:txBody>
      </p:sp>
      <p:cxnSp>
        <p:nvCxnSpPr>
          <p:cNvPr id="47" name="Straight Arrow Connector 46"/>
          <p:cNvCxnSpPr/>
          <p:nvPr/>
        </p:nvCxnSpPr>
        <p:spPr>
          <a:xfrm>
            <a:off x="6815716" y="4267200"/>
            <a:ext cx="364791" cy="6008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7277" y="5230018"/>
            <a:ext cx="785813" cy="858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2213" y="5608637"/>
            <a:ext cx="433387" cy="30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2" name="TextBox 71"/>
          <p:cNvSpPr txBox="1"/>
          <p:nvPr/>
        </p:nvSpPr>
        <p:spPr>
          <a:xfrm>
            <a:off x="6705605" y="5276336"/>
            <a:ext cx="457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1500" y="4856163"/>
            <a:ext cx="12700" cy="401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5" name="Straight Connector 74"/>
          <p:cNvCxnSpPr/>
          <p:nvPr/>
        </p:nvCxnSpPr>
        <p:spPr>
          <a:xfrm flipV="1">
            <a:off x="7273635" y="5562599"/>
            <a:ext cx="422565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>
            <a:off x="6978500" y="5791200"/>
            <a:ext cx="19611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6387" y="6061145"/>
            <a:ext cx="811213" cy="858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4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6189663"/>
            <a:ext cx="354013" cy="592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3587" y="6172200"/>
            <a:ext cx="354013" cy="592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9" name="TextBox 58"/>
          <p:cNvSpPr txBox="1"/>
          <p:nvPr/>
        </p:nvSpPr>
        <p:spPr>
          <a:xfrm>
            <a:off x="7444368" y="6088855"/>
            <a:ext cx="4812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1934644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8" grpId="0" animBg="1"/>
      <p:bldP spid="6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1DB85-058E-4764-85C1-AA10D297F6BD}" type="datetime3">
              <a:rPr lang="en-US" smtClean="0"/>
              <a:pPr/>
              <a:t>16 April 2026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09600" y="2899066"/>
            <a:ext cx="1506682" cy="6096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RMgX</a:t>
            </a:r>
            <a:endParaRPr lang="en-US" sz="2800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Grignard reagen</a:t>
            </a:r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</a:p>
        </p:txBody>
      </p:sp>
      <p:cxnSp>
        <p:nvCxnSpPr>
          <p:cNvPr id="17" name="Elbow Connector 16"/>
          <p:cNvCxnSpPr/>
          <p:nvPr/>
        </p:nvCxnSpPr>
        <p:spPr>
          <a:xfrm flipV="1">
            <a:off x="2268680" y="2280810"/>
            <a:ext cx="907471" cy="703116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732600" y="2294669"/>
            <a:ext cx="10005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HCHO</a:t>
            </a:r>
          </a:p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Formaldehyde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66655" y="2096144"/>
            <a:ext cx="1572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RCH</a:t>
            </a:r>
            <a:r>
              <a:rPr lang="en-US" baseline="-25000" dirty="0"/>
              <a:t>2</a:t>
            </a:r>
            <a:r>
              <a:rPr lang="en-US" dirty="0"/>
              <a:t>O  </a:t>
            </a:r>
            <a:r>
              <a:rPr lang="en-US" dirty="0" err="1"/>
              <a:t>MgX</a:t>
            </a:r>
            <a:endParaRPr lang="en-US" dirty="0"/>
          </a:p>
        </p:txBody>
      </p:sp>
      <p:cxnSp>
        <p:nvCxnSpPr>
          <p:cNvPr id="34" name="Straight Connector 33"/>
          <p:cNvCxnSpPr/>
          <p:nvPr/>
        </p:nvCxnSpPr>
        <p:spPr>
          <a:xfrm>
            <a:off x="4294910" y="1875877"/>
            <a:ext cx="0" cy="5604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962400" y="1875877"/>
            <a:ext cx="332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15692" y="1875877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OH</a:t>
            </a:r>
          </a:p>
        </p:txBody>
      </p:sp>
      <p:cxnSp>
        <p:nvCxnSpPr>
          <p:cNvPr id="43" name="Straight Arrow Connector 42"/>
          <p:cNvCxnSpPr>
            <a:stCxn id="32" idx="3"/>
          </p:cNvCxnSpPr>
          <p:nvPr/>
        </p:nvCxnSpPr>
        <p:spPr>
          <a:xfrm>
            <a:off x="4939521" y="2280810"/>
            <a:ext cx="775479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946448" y="1875877"/>
            <a:ext cx="838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baseline="-25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84647" y="1783544"/>
            <a:ext cx="150073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RCH</a:t>
            </a:r>
            <a:r>
              <a:rPr lang="en-US" baseline="-25000" dirty="0"/>
              <a:t>2</a:t>
            </a:r>
            <a:r>
              <a:rPr lang="en-US" dirty="0"/>
              <a:t>OH</a:t>
            </a:r>
          </a:p>
          <a:p>
            <a:r>
              <a:rPr lang="en-US" dirty="0"/>
              <a:t>Primary (1</a:t>
            </a:r>
            <a:r>
              <a:rPr lang="en-US" baseline="30000" dirty="0"/>
              <a:t>0</a:t>
            </a:r>
            <a:r>
              <a:rPr lang="en-US" dirty="0"/>
              <a:t>)</a:t>
            </a:r>
          </a:p>
          <a:p>
            <a:r>
              <a:rPr lang="en-US" dirty="0"/>
              <a:t>Alcohol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85379" y="1907690"/>
            <a:ext cx="4108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44950" y="2137039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dirty="0">
                <a:solidFill>
                  <a:prstClr val="black"/>
                </a:solidFill>
              </a:rPr>
              <a:t>Mg(OH)X</a:t>
            </a:r>
          </a:p>
        </p:txBody>
      </p:sp>
      <p:cxnSp>
        <p:nvCxnSpPr>
          <p:cNvPr id="52" name="Straight Arrow Connector 51"/>
          <p:cNvCxnSpPr/>
          <p:nvPr/>
        </p:nvCxnSpPr>
        <p:spPr>
          <a:xfrm>
            <a:off x="2733195" y="2983926"/>
            <a:ext cx="44295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2230575" y="2983926"/>
            <a:ext cx="12330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RCHO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Aldehyde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11509" y="2799260"/>
            <a:ext cx="1483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RCHO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MgX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6" name="Straight Connector 55"/>
          <p:cNvCxnSpPr/>
          <p:nvPr/>
        </p:nvCxnSpPr>
        <p:spPr>
          <a:xfrm>
            <a:off x="3733800" y="3124200"/>
            <a:ext cx="0" cy="1582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3581400" y="3276595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</a:p>
        </p:txBody>
      </p:sp>
      <p:cxnSp>
        <p:nvCxnSpPr>
          <p:cNvPr id="61" name="Straight Connector 60"/>
          <p:cNvCxnSpPr/>
          <p:nvPr/>
        </p:nvCxnSpPr>
        <p:spPr>
          <a:xfrm>
            <a:off x="4191000" y="2658344"/>
            <a:ext cx="0" cy="4658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0" name="TextBox 1029"/>
          <p:cNvSpPr txBox="1"/>
          <p:nvPr/>
        </p:nvSpPr>
        <p:spPr>
          <a:xfrm>
            <a:off x="3810000" y="2542310"/>
            <a:ext cx="632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H</a:t>
            </a:r>
          </a:p>
          <a:p>
            <a:endParaRPr lang="en-US" dirty="0"/>
          </a:p>
        </p:txBody>
      </p:sp>
      <p:sp>
        <p:nvSpPr>
          <p:cNvPr id="75" name="TextBox 74"/>
          <p:cNvSpPr txBox="1"/>
          <p:nvPr/>
        </p:nvSpPr>
        <p:spPr>
          <a:xfrm>
            <a:off x="4114800" y="2526268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OH</a:t>
            </a:r>
          </a:p>
        </p:txBody>
      </p:sp>
      <p:cxnSp>
        <p:nvCxnSpPr>
          <p:cNvPr id="76" name="Straight Arrow Connector 75"/>
          <p:cNvCxnSpPr/>
          <p:nvPr/>
        </p:nvCxnSpPr>
        <p:spPr>
          <a:xfrm>
            <a:off x="4939521" y="2971800"/>
            <a:ext cx="775479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4946075" y="2513202"/>
            <a:ext cx="838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baseline="-25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840062" y="2670259"/>
            <a:ext cx="17972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RCH(R))OH</a:t>
            </a:r>
          </a:p>
          <a:p>
            <a:r>
              <a:rPr lang="en-US" dirty="0"/>
              <a:t>Secondary (2</a:t>
            </a:r>
            <a:r>
              <a:rPr lang="en-US" baseline="30000" dirty="0"/>
              <a:t>0</a:t>
            </a:r>
            <a:r>
              <a:rPr lang="en-US" dirty="0"/>
              <a:t>)</a:t>
            </a:r>
          </a:p>
          <a:p>
            <a:r>
              <a:rPr lang="en-US" dirty="0"/>
              <a:t>Alcohol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340794" y="2573285"/>
            <a:ext cx="4108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1033" name="Rectangle 1032"/>
          <p:cNvSpPr/>
          <p:nvPr/>
        </p:nvSpPr>
        <p:spPr>
          <a:xfrm>
            <a:off x="7667084" y="2667000"/>
            <a:ext cx="11721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dirty="0">
                <a:solidFill>
                  <a:prstClr val="black"/>
                </a:solidFill>
              </a:rPr>
              <a:t>Mg(OH)X</a:t>
            </a:r>
          </a:p>
        </p:txBody>
      </p:sp>
      <p:cxnSp>
        <p:nvCxnSpPr>
          <p:cNvPr id="1035" name="Elbow Connector 1034"/>
          <p:cNvCxnSpPr/>
          <p:nvPr/>
        </p:nvCxnSpPr>
        <p:spPr>
          <a:xfrm>
            <a:off x="2268680" y="3645927"/>
            <a:ext cx="1097975" cy="914400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7" name="TextBox 1036"/>
          <p:cNvSpPr txBox="1"/>
          <p:nvPr/>
        </p:nvSpPr>
        <p:spPr>
          <a:xfrm>
            <a:off x="1855537" y="3957741"/>
            <a:ext cx="9621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RCOR</a:t>
            </a:r>
          </a:p>
          <a:p>
            <a:r>
              <a:rPr lang="en-US" dirty="0"/>
              <a:t>Ketone</a:t>
            </a:r>
          </a:p>
        </p:txBody>
      </p:sp>
      <p:sp>
        <p:nvSpPr>
          <p:cNvPr id="1038" name="Rectangle 1037"/>
          <p:cNvSpPr/>
          <p:nvPr/>
        </p:nvSpPr>
        <p:spPr>
          <a:xfrm>
            <a:off x="3429000" y="4431268"/>
            <a:ext cx="12362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RCO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MgX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7" name="Straight Connector 86"/>
          <p:cNvCxnSpPr/>
          <p:nvPr/>
        </p:nvCxnSpPr>
        <p:spPr>
          <a:xfrm>
            <a:off x="3775360" y="4772940"/>
            <a:ext cx="0" cy="1582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9" name="Rectangle 1038"/>
          <p:cNvSpPr/>
          <p:nvPr/>
        </p:nvSpPr>
        <p:spPr>
          <a:xfrm>
            <a:off x="3581400" y="4964668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</a:p>
        </p:txBody>
      </p:sp>
      <p:sp>
        <p:nvSpPr>
          <p:cNvPr id="1040" name="Rectangle 1039"/>
          <p:cNvSpPr/>
          <p:nvPr/>
        </p:nvSpPr>
        <p:spPr>
          <a:xfrm>
            <a:off x="3574475" y="3974068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</a:p>
        </p:txBody>
      </p:sp>
      <p:cxnSp>
        <p:nvCxnSpPr>
          <p:cNvPr id="90" name="Straight Connector 89"/>
          <p:cNvCxnSpPr/>
          <p:nvPr/>
        </p:nvCxnSpPr>
        <p:spPr>
          <a:xfrm>
            <a:off x="3768430" y="4337566"/>
            <a:ext cx="0" cy="1582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/>
          <p:nvPr/>
        </p:nvCxnSpPr>
        <p:spPr>
          <a:xfrm>
            <a:off x="4047118" y="4278863"/>
            <a:ext cx="0" cy="533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3733800" y="4230469"/>
            <a:ext cx="632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H</a:t>
            </a:r>
          </a:p>
          <a:p>
            <a:endParaRPr lang="en-US" dirty="0"/>
          </a:p>
        </p:txBody>
      </p:sp>
      <p:sp>
        <p:nvSpPr>
          <p:cNvPr id="1044" name="Rectangle 1043"/>
          <p:cNvSpPr/>
          <p:nvPr/>
        </p:nvSpPr>
        <p:spPr>
          <a:xfrm>
            <a:off x="4041085" y="4202668"/>
            <a:ext cx="530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OH</a:t>
            </a:r>
          </a:p>
        </p:txBody>
      </p:sp>
      <p:cxnSp>
        <p:nvCxnSpPr>
          <p:cNvPr id="100" name="Straight Arrow Connector 99"/>
          <p:cNvCxnSpPr/>
          <p:nvPr/>
        </p:nvCxnSpPr>
        <p:spPr>
          <a:xfrm>
            <a:off x="4876800" y="4648200"/>
            <a:ext cx="775479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5" name="Rectangle 1044"/>
          <p:cNvSpPr/>
          <p:nvPr/>
        </p:nvSpPr>
        <p:spPr>
          <a:xfrm>
            <a:off x="5867400" y="4258270"/>
            <a:ext cx="162338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COH</a:t>
            </a:r>
          </a:p>
          <a:p>
            <a:r>
              <a:rPr lang="en-US" dirty="0"/>
              <a:t>Tertiary (3</a:t>
            </a:r>
            <a:r>
              <a:rPr lang="en-US" baseline="30000" dirty="0"/>
              <a:t>0</a:t>
            </a:r>
            <a:r>
              <a:rPr lang="en-US" dirty="0"/>
              <a:t>)</a:t>
            </a:r>
          </a:p>
          <a:p>
            <a:r>
              <a:rPr lang="en-US" dirty="0"/>
              <a:t>Alcohol</a:t>
            </a:r>
          </a:p>
        </p:txBody>
      </p:sp>
      <p:sp>
        <p:nvSpPr>
          <p:cNvPr id="1046" name="Rectangle 1045"/>
          <p:cNvSpPr/>
          <p:nvPr/>
        </p:nvSpPr>
        <p:spPr>
          <a:xfrm>
            <a:off x="7453082" y="4583668"/>
            <a:ext cx="3193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1047" name="Rectangle 1046"/>
          <p:cNvSpPr/>
          <p:nvPr/>
        </p:nvSpPr>
        <p:spPr>
          <a:xfrm>
            <a:off x="7848600" y="4507468"/>
            <a:ext cx="11721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dirty="0">
                <a:solidFill>
                  <a:prstClr val="black"/>
                </a:solidFill>
              </a:rPr>
              <a:t>Mg(OH)X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57400" y="533400"/>
            <a:ext cx="6662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Reaction of Grignard reagent with Aldehydes and Ketones</a:t>
            </a:r>
          </a:p>
        </p:txBody>
      </p:sp>
    </p:spTree>
    <p:extLst>
      <p:ext uri="{BB962C8B-B14F-4D97-AF65-F5344CB8AC3E}">
        <p14:creationId xmlns:p14="http://schemas.microsoft.com/office/powerpoint/2010/main" val="4026289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1" grpId="0"/>
      <p:bldP spid="32" grpId="0"/>
      <p:bldP spid="40" grpId="0"/>
      <p:bldP spid="41" grpId="0"/>
      <p:bldP spid="45" grpId="0"/>
      <p:bldP spid="47" grpId="0"/>
      <p:bldP spid="46" grpId="0"/>
      <p:bldP spid="49" grpId="0"/>
      <p:bldP spid="53" grpId="0"/>
      <p:bldP spid="54" grpId="0"/>
      <p:bldP spid="59" grpId="0"/>
      <p:bldP spid="1030" grpId="0"/>
      <p:bldP spid="75" grpId="0"/>
      <p:bldP spid="77" grpId="0"/>
      <p:bldP spid="78" grpId="0"/>
      <p:bldP spid="79" grpId="0"/>
      <p:bldP spid="1033" grpId="0"/>
      <p:bldP spid="1037" grpId="0"/>
      <p:bldP spid="1038" grpId="0"/>
      <p:bldP spid="1039" grpId="0"/>
      <p:bldP spid="1040" grpId="0"/>
      <p:bldP spid="95" grpId="0"/>
      <p:bldP spid="1044" grpId="0"/>
      <p:bldP spid="1045" grpId="0"/>
      <p:bldP spid="1046" grpId="0"/>
      <p:bldP spid="104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Box 1"/>
          <p:cNvSpPr txBox="1">
            <a:spLocks noChangeArrowheads="1"/>
          </p:cNvSpPr>
          <p:nvPr/>
        </p:nvSpPr>
        <p:spPr bwMode="auto">
          <a:xfrm>
            <a:off x="2582863" y="457200"/>
            <a:ext cx="384432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solidFill>
                  <a:srgbClr val="FFFF00"/>
                </a:solidFill>
              </a:rPr>
              <a:t>Preparation of Phenols</a:t>
            </a:r>
          </a:p>
        </p:txBody>
      </p:sp>
      <p:sp>
        <p:nvSpPr>
          <p:cNvPr id="13315" name="TextBox 2"/>
          <p:cNvSpPr txBox="1">
            <a:spLocks noChangeArrowheads="1"/>
          </p:cNvSpPr>
          <p:nvPr/>
        </p:nvSpPr>
        <p:spPr bwMode="auto">
          <a:xfrm>
            <a:off x="1371600" y="2006600"/>
            <a:ext cx="6664004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9pPr>
          </a:lstStyle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FF0000"/>
                </a:solidFill>
              </a:rPr>
              <a:t>Lets prepare Phenol from:</a:t>
            </a:r>
          </a:p>
          <a:p>
            <a:pPr marL="342900" indent="-3429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prstClr val="black"/>
                </a:solidFill>
              </a:rPr>
              <a:t>Haloarenes.</a:t>
            </a:r>
          </a:p>
          <a:p>
            <a:pPr marL="342900" indent="-3429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prstClr val="black"/>
                </a:solidFill>
              </a:rPr>
              <a:t>Benzene sulphonic acid (alkaline hydrolysis).</a:t>
            </a:r>
          </a:p>
          <a:p>
            <a:pPr marL="342900" indent="-3429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prstClr val="black"/>
                </a:solidFill>
              </a:rPr>
              <a:t>Hydrolysis of benzene diazonium salt.</a:t>
            </a:r>
          </a:p>
          <a:p>
            <a:pPr marL="342900" indent="-3429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prstClr val="black"/>
                </a:solidFill>
              </a:rPr>
              <a:t>Cumene.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371600" y="1295400"/>
            <a:ext cx="61237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Phenol  known as Carbolic Acid</a:t>
            </a:r>
          </a:p>
        </p:txBody>
      </p:sp>
    </p:spTree>
    <p:extLst>
      <p:ext uri="{BB962C8B-B14F-4D97-AF65-F5344CB8AC3E}">
        <p14:creationId xmlns:p14="http://schemas.microsoft.com/office/powerpoint/2010/main" val="24786966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90600" y="1143000"/>
            <a:ext cx="426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 From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Haloarenes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09600" y="1828800"/>
            <a:ext cx="4876800" cy="1295400"/>
            <a:chOff x="609600" y="1828800"/>
            <a:chExt cx="4876800" cy="1295400"/>
          </a:xfrm>
        </p:grpSpPr>
        <p:sp>
          <p:nvSpPr>
            <p:cNvPr id="16" name="Rounded Rectangle 15"/>
            <p:cNvSpPr>
              <a:spLocks noChangeArrowheads="1"/>
            </p:cNvSpPr>
            <p:nvPr/>
          </p:nvSpPr>
          <p:spPr bwMode="auto">
            <a:xfrm>
              <a:off x="609600" y="1828800"/>
              <a:ext cx="4876800" cy="12954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bg1"/>
                </a:gs>
                <a:gs pos="100000">
                  <a:srgbClr val="D9D9D9"/>
                </a:gs>
              </a:gsLst>
              <a:lin ang="5400000"/>
            </a:gradFill>
            <a:ln w="9525">
              <a:noFill/>
              <a:round/>
              <a:headEnd/>
              <a:tailEnd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anchor="ctr"/>
            <a:lstStyle/>
            <a:p>
              <a:pPr>
                <a:defRPr/>
              </a:pPr>
              <a:endPara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098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4400" y="1981200"/>
              <a:ext cx="4114800" cy="10287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3" name="Rectangle 2"/>
          <p:cNvSpPr/>
          <p:nvPr/>
        </p:nvSpPr>
        <p:spPr>
          <a:xfrm>
            <a:off x="914400" y="3581400"/>
            <a:ext cx="37449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ii) From Benzene </a:t>
            </a:r>
            <a:r>
              <a:rPr lang="en-US" dirty="0" err="1"/>
              <a:t>sulphonic</a:t>
            </a:r>
            <a:r>
              <a:rPr lang="en-US" dirty="0"/>
              <a:t> acid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600200" y="4191000"/>
            <a:ext cx="2819400" cy="1295400"/>
            <a:chOff x="1600200" y="4191000"/>
            <a:chExt cx="2819400" cy="1295400"/>
          </a:xfrm>
        </p:grpSpPr>
        <p:sp>
          <p:nvSpPr>
            <p:cNvPr id="18" name="Rounded Rectangle 17"/>
            <p:cNvSpPr>
              <a:spLocks noChangeArrowheads="1"/>
            </p:cNvSpPr>
            <p:nvPr/>
          </p:nvSpPr>
          <p:spPr bwMode="auto">
            <a:xfrm>
              <a:off x="1600200" y="4191000"/>
              <a:ext cx="2819400" cy="12954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bg1"/>
                </a:gs>
                <a:gs pos="100000">
                  <a:srgbClr val="D9D9D9"/>
                </a:gs>
              </a:gsLst>
              <a:lin ang="5400000"/>
            </a:gradFill>
            <a:ln w="9525">
              <a:noFill/>
              <a:round/>
              <a:headEnd/>
              <a:tailEnd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anchor="ctr"/>
            <a:lstStyle/>
            <a:p>
              <a:pPr>
                <a:defRPr/>
              </a:pPr>
              <a:endParaRPr lang="en-GB" sz="2000" dirty="0">
                <a:solidFill>
                  <a:prstClr val="black"/>
                </a:solidFill>
                <a:latin typeface="Calibri" pitchFamily="34" charset="0"/>
              </a:endParaRPr>
            </a:p>
          </p:txBody>
        </p:sp>
        <p:pic>
          <p:nvPicPr>
            <p:cNvPr id="4099" name="Picture 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52600" y="4343400"/>
              <a:ext cx="2247900" cy="1038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8" name="TextBox 7"/>
          <p:cNvSpPr txBox="1"/>
          <p:nvPr/>
        </p:nvSpPr>
        <p:spPr>
          <a:xfrm>
            <a:off x="2590800" y="457200"/>
            <a:ext cx="3886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Preparation of Phenols</a:t>
            </a:r>
          </a:p>
        </p:txBody>
      </p:sp>
    </p:spTree>
    <p:extLst>
      <p:ext uri="{BB962C8B-B14F-4D97-AF65-F5344CB8AC3E}">
        <p14:creationId xmlns:p14="http://schemas.microsoft.com/office/powerpoint/2010/main" val="3307542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1DB85-058E-4764-85C1-AA10D297F6BD}" type="datetime3">
              <a:rPr lang="en-US" smtClean="0"/>
              <a:pPr/>
              <a:t>16 April 2026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762000" y="3962400"/>
            <a:ext cx="4876800" cy="1533525"/>
            <a:chOff x="762000" y="3962400"/>
            <a:chExt cx="4876800" cy="1533525"/>
          </a:xfrm>
        </p:grpSpPr>
        <p:sp>
          <p:nvSpPr>
            <p:cNvPr id="12" name="Rounded Rectangle 11"/>
            <p:cNvSpPr>
              <a:spLocks noChangeArrowheads="1"/>
            </p:cNvSpPr>
            <p:nvPr/>
          </p:nvSpPr>
          <p:spPr bwMode="auto">
            <a:xfrm>
              <a:off x="762000" y="3962400"/>
              <a:ext cx="4876800" cy="15240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bg1"/>
                </a:gs>
                <a:gs pos="100000">
                  <a:srgbClr val="D9D9D9"/>
                </a:gs>
              </a:gsLst>
              <a:lin ang="5400000"/>
            </a:gradFill>
            <a:ln w="9525">
              <a:noFill/>
              <a:round/>
              <a:headEnd/>
              <a:tailEnd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anchor="ctr"/>
            <a:lstStyle/>
            <a:p>
              <a:pPr>
                <a:defRPr/>
              </a:pPr>
              <a:endParaRPr lang="en-GB" sz="2000" dirty="0">
                <a:solidFill>
                  <a:prstClr val="black"/>
                </a:solidFill>
                <a:latin typeface="Calibri" pitchFamily="34" charset="0"/>
              </a:endParaRPr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00" y="4038600"/>
              <a:ext cx="4724400" cy="1457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5" name="TextBox 4"/>
          <p:cNvSpPr txBox="1"/>
          <p:nvPr/>
        </p:nvSpPr>
        <p:spPr>
          <a:xfrm>
            <a:off x="1219200" y="3505200"/>
            <a:ext cx="2956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iv) Industrial preparation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219200" y="1447800"/>
            <a:ext cx="28392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iii) From diazonium salt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90800" y="457200"/>
            <a:ext cx="3886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Preparation of Phenols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762000" y="1981200"/>
            <a:ext cx="4343400" cy="1295400"/>
            <a:chOff x="609600" y="1828800"/>
            <a:chExt cx="4876800" cy="1295400"/>
          </a:xfrm>
        </p:grpSpPr>
        <p:sp>
          <p:nvSpPr>
            <p:cNvPr id="10" name="Rounded Rectangle 9"/>
            <p:cNvSpPr>
              <a:spLocks noChangeArrowheads="1"/>
            </p:cNvSpPr>
            <p:nvPr/>
          </p:nvSpPr>
          <p:spPr bwMode="auto">
            <a:xfrm>
              <a:off x="609600" y="1828800"/>
              <a:ext cx="4876800" cy="12954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bg1"/>
                </a:gs>
                <a:gs pos="100000">
                  <a:srgbClr val="D9D9D9"/>
                </a:gs>
              </a:gsLst>
              <a:lin ang="5400000"/>
            </a:gradFill>
            <a:ln w="9525">
              <a:noFill/>
              <a:round/>
              <a:headEnd/>
              <a:tailEnd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anchor="ctr"/>
            <a:lstStyle/>
            <a:p>
              <a:pPr>
                <a:defRPr/>
              </a:pPr>
              <a:endParaRPr lang="en-GB" sz="2000" dirty="0">
                <a:solidFill>
                  <a:prstClr val="black"/>
                </a:solidFill>
                <a:latin typeface="Calibri" pitchFamily="34" charset="0"/>
              </a:endParaRPr>
            </a:p>
          </p:txBody>
        </p:sp>
        <p:pic>
          <p:nvPicPr>
            <p:cNvPr id="11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5400" y="1905000"/>
              <a:ext cx="2987675" cy="1158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13" name="Rounded Rectangle 12"/>
          <p:cNvSpPr>
            <a:spLocks noChangeArrowheads="1"/>
          </p:cNvSpPr>
          <p:nvPr/>
        </p:nvSpPr>
        <p:spPr bwMode="auto">
          <a:xfrm>
            <a:off x="5791200" y="4191000"/>
            <a:ext cx="2667000" cy="12954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rgbClr val="D9D9D9"/>
              </a:gs>
            </a:gsLst>
            <a:lin ang="5400000"/>
          </a:gradFill>
          <a:ln w="9525">
            <a:noFill/>
            <a:round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anchor="ctr"/>
          <a:lstStyle/>
          <a:p>
            <a:pPr>
              <a:defRPr/>
            </a:pPr>
            <a:r>
              <a:rPr lang="en-GB" sz="2000" dirty="0">
                <a:solidFill>
                  <a:prstClr val="black"/>
                </a:solidFill>
                <a:latin typeface="Calibri" pitchFamily="34" charset="0"/>
              </a:rPr>
              <a:t>Most of the worldwide production of phenol is from </a:t>
            </a:r>
            <a:r>
              <a:rPr lang="en-GB" sz="2000" dirty="0" err="1">
                <a:solidFill>
                  <a:prstClr val="black"/>
                </a:solidFill>
                <a:latin typeface="Calibri" pitchFamily="34" charset="0"/>
              </a:rPr>
              <a:t>cumene</a:t>
            </a:r>
            <a:endParaRPr lang="en-GB" sz="2000" dirty="0">
              <a:solidFill>
                <a:prstClr val="black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5186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1DB85-058E-4764-85C1-AA10D297F6BD}" type="datetime3">
              <a:rPr lang="en-US" smtClean="0"/>
              <a:pPr/>
              <a:t>16 April 2026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209800" y="381000"/>
            <a:ext cx="50401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 your understanding</a:t>
            </a:r>
            <a:r>
              <a:rPr lang="en-US" dirty="0">
                <a:solidFill>
                  <a:srgbClr val="FFFF00"/>
                </a:solidFill>
              </a:rPr>
              <a:t>: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1371600"/>
            <a:ext cx="7467600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US" sz="2000" b="1" dirty="0"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1. The</a:t>
            </a:r>
            <a:r>
              <a:rPr lang="en-US" sz="1600" dirty="0"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</a:t>
            </a:r>
            <a:r>
              <a:rPr lang="en-US" sz="2000" b="1" dirty="0"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carbon – oxygen bond length (136 pm) in phenol is slightly less than that in methanol. Give reason.</a:t>
            </a:r>
            <a:endParaRPr lang="en-US" sz="1600" dirty="0">
              <a:effectLst/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2514600"/>
            <a:ext cx="6096000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tabLst>
                <a:tab pos="5648325" algn="l"/>
              </a:tabLst>
            </a:pPr>
            <a:r>
              <a:rPr lang="en-US" sz="2000" b="1" dirty="0"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2. How will you convert propene to propan-1-ol ?</a:t>
            </a:r>
            <a:endParaRPr lang="en-US" sz="1600" b="1" dirty="0">
              <a:effectLst/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3429000"/>
            <a:ext cx="6019800" cy="4162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tabLst>
                <a:tab pos="5648325" algn="l"/>
              </a:tabLst>
            </a:pPr>
            <a:r>
              <a:rPr lang="en-US" sz="2000" b="1" dirty="0"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3. How will you prepare phenol industrially?</a:t>
            </a:r>
            <a:endParaRPr lang="en-US" sz="1600" dirty="0">
              <a:effectLst/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870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1"/>
          <p:cNvSpPr txBox="1">
            <a:spLocks noChangeArrowheads="1"/>
          </p:cNvSpPr>
          <p:nvPr/>
        </p:nvSpPr>
        <p:spPr bwMode="auto">
          <a:xfrm>
            <a:off x="2057400" y="457200"/>
            <a:ext cx="6553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FFFF00"/>
                </a:solidFill>
              </a:rPr>
              <a:t>Physical Properties of Alcohols &amp;Phenols</a:t>
            </a:r>
          </a:p>
        </p:txBody>
      </p:sp>
      <p:sp>
        <p:nvSpPr>
          <p:cNvPr id="15363" name="TextBox 3"/>
          <p:cNvSpPr txBox="1">
            <a:spLocks noChangeArrowheads="1"/>
          </p:cNvSpPr>
          <p:nvPr/>
        </p:nvSpPr>
        <p:spPr bwMode="auto">
          <a:xfrm>
            <a:off x="990600" y="1676400"/>
            <a:ext cx="7543800" cy="507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9pPr>
          </a:lstStyle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FF0000"/>
                </a:solidFill>
              </a:rPr>
              <a:t>General observation</a:t>
            </a:r>
            <a:r>
              <a:rPr lang="en-US" altLang="en-US" sz="2400" dirty="0">
                <a:solidFill>
                  <a:prstClr val="black"/>
                </a:solidFill>
              </a:rPr>
              <a:t>: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</a:pPr>
            <a:r>
              <a:rPr lang="en-US" altLang="en-US" sz="2400" dirty="0">
                <a:solidFill>
                  <a:srgbClr val="C00000"/>
                </a:solidFill>
              </a:rPr>
              <a:t>#</a:t>
            </a:r>
            <a:r>
              <a:rPr lang="en-US" altLang="en-US" sz="2400" dirty="0">
                <a:solidFill>
                  <a:prstClr val="black"/>
                </a:solidFill>
              </a:rPr>
              <a:t> As molar mass increases, tendency towards solids increases.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</a:pPr>
            <a:r>
              <a:rPr lang="en-US" altLang="en-US" sz="2400" dirty="0">
                <a:solidFill>
                  <a:srgbClr val="C00000"/>
                </a:solidFill>
              </a:rPr>
              <a:t>#</a:t>
            </a:r>
            <a:r>
              <a:rPr lang="en-US" altLang="en-US" sz="2400" dirty="0">
                <a:solidFill>
                  <a:prstClr val="black"/>
                </a:solidFill>
              </a:rPr>
              <a:t> If molecule is polar, it will have more Melting Point and Boiling Point.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</a:pPr>
            <a:r>
              <a:rPr lang="en-US" altLang="en-US" sz="2400" dirty="0">
                <a:solidFill>
                  <a:srgbClr val="C00000"/>
                </a:solidFill>
              </a:rPr>
              <a:t>#</a:t>
            </a:r>
            <a:r>
              <a:rPr lang="en-US" altLang="en-US" sz="2400" dirty="0">
                <a:solidFill>
                  <a:prstClr val="black"/>
                </a:solidFill>
              </a:rPr>
              <a:t> As branching increases, Melting Point and Boiling Point decreases.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</a:pPr>
            <a:r>
              <a:rPr lang="en-US" altLang="en-US" sz="2400" dirty="0">
                <a:solidFill>
                  <a:srgbClr val="C00000"/>
                </a:solidFill>
              </a:rPr>
              <a:t>#</a:t>
            </a:r>
            <a:r>
              <a:rPr lang="en-US" altLang="en-US" sz="2400" dirty="0">
                <a:solidFill>
                  <a:prstClr val="black"/>
                </a:solidFill>
              </a:rPr>
              <a:t> As carbon number increases in chain, solubility decreases in water.</a:t>
            </a:r>
          </a:p>
        </p:txBody>
      </p:sp>
      <p:sp>
        <p:nvSpPr>
          <p:cNvPr id="15364" name="TextBox 3"/>
          <p:cNvSpPr txBox="1">
            <a:spLocks noChangeArrowheads="1"/>
          </p:cNvSpPr>
          <p:nvPr/>
        </p:nvSpPr>
        <p:spPr bwMode="auto">
          <a:xfrm>
            <a:off x="2895600" y="1154113"/>
            <a:ext cx="15176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FF0000"/>
                </a:solidFill>
              </a:rPr>
              <a:t>Recall………</a:t>
            </a:r>
          </a:p>
        </p:txBody>
      </p:sp>
    </p:spTree>
    <p:extLst>
      <p:ext uri="{BB962C8B-B14F-4D97-AF65-F5344CB8AC3E}">
        <p14:creationId xmlns:p14="http://schemas.microsoft.com/office/powerpoint/2010/main" val="4110462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/>
      <p:bldP spid="1536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073" name="Picture 1"/>
          <p:cNvPicPr>
            <a:picLocks noChangeAspect="1" noChangeArrowheads="1"/>
          </p:cNvPicPr>
          <p:nvPr/>
        </p:nvPicPr>
        <p:blipFill>
          <a:blip r:embed="rId2" cstate="print"/>
          <a:srcRect l="22840" t="28125" r="60176" b="55208"/>
          <a:stretch>
            <a:fillRect/>
          </a:stretch>
        </p:blipFill>
        <p:spPr bwMode="auto">
          <a:xfrm>
            <a:off x="2618581" y="4419600"/>
            <a:ext cx="3886200" cy="19296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</p:pic>
      <p:sp>
        <p:nvSpPr>
          <p:cNvPr id="16387" name="TextBox 2"/>
          <p:cNvSpPr txBox="1">
            <a:spLocks noChangeArrowheads="1"/>
          </p:cNvSpPr>
          <p:nvPr/>
        </p:nvSpPr>
        <p:spPr bwMode="auto">
          <a:xfrm>
            <a:off x="990600" y="1273175"/>
            <a:ext cx="7239000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9pPr>
          </a:lstStyle>
          <a:p>
            <a:pPr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prstClr val="black"/>
                </a:solidFill>
              </a:rPr>
              <a:t>Melting Points  and Boiling Points of alcohols and Phenols are </a:t>
            </a:r>
            <a:r>
              <a:rPr lang="en-US" altLang="en-US" sz="2400" dirty="0">
                <a:solidFill>
                  <a:srgbClr val="FF0000"/>
                </a:solidFill>
              </a:rPr>
              <a:t>higher</a:t>
            </a:r>
            <a:r>
              <a:rPr lang="en-US" altLang="en-US" sz="2400" dirty="0">
                <a:solidFill>
                  <a:prstClr val="black"/>
                </a:solidFill>
              </a:rPr>
              <a:t> in comparison to other classes of compounds like hydrocarbons, ethers, </a:t>
            </a:r>
            <a:r>
              <a:rPr lang="en-US" altLang="en-US" sz="2400" dirty="0" err="1">
                <a:solidFill>
                  <a:prstClr val="black"/>
                </a:solidFill>
              </a:rPr>
              <a:t>haloalkanes</a:t>
            </a:r>
            <a:r>
              <a:rPr lang="en-US" altLang="en-US" sz="2400" dirty="0">
                <a:solidFill>
                  <a:prstClr val="black"/>
                </a:solidFill>
              </a:rPr>
              <a:t> of comparable molecular mass due to the presence of Intermolecular hydrogen bonding.</a:t>
            </a:r>
          </a:p>
        </p:txBody>
      </p:sp>
      <p:sp>
        <p:nvSpPr>
          <p:cNvPr id="16388" name="TextBox 3"/>
          <p:cNvSpPr txBox="1">
            <a:spLocks noChangeArrowheads="1"/>
          </p:cNvSpPr>
          <p:nvPr/>
        </p:nvSpPr>
        <p:spPr bwMode="auto">
          <a:xfrm>
            <a:off x="2133600" y="533400"/>
            <a:ext cx="518949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FFFF00"/>
                </a:solidFill>
              </a:rPr>
              <a:t>Physical Properties of Alcohols and Phenols</a:t>
            </a:r>
          </a:p>
        </p:txBody>
      </p:sp>
    </p:spTree>
    <p:extLst>
      <p:ext uri="{BB962C8B-B14F-4D97-AF65-F5344CB8AC3E}">
        <p14:creationId xmlns:p14="http://schemas.microsoft.com/office/powerpoint/2010/main" val="19544345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0" y="381000"/>
            <a:ext cx="352397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dirty="0">
                <a:solidFill>
                  <a:srgbClr val="FFFF00"/>
                </a:solidFill>
                <a:latin typeface="Arial" charset="0"/>
                <a:ea typeface="맑은 고딕" pitchFamily="34" charset="-127"/>
                <a:cs typeface="Arial" charset="0"/>
              </a:rPr>
              <a:t>Test your Knowledge</a:t>
            </a:r>
          </a:p>
        </p:txBody>
      </p:sp>
      <p:sp>
        <p:nvSpPr>
          <p:cNvPr id="14339" name="TextBox 2"/>
          <p:cNvSpPr txBox="1">
            <a:spLocks noChangeArrowheads="1"/>
          </p:cNvSpPr>
          <p:nvPr/>
        </p:nvSpPr>
        <p:spPr bwMode="auto">
          <a:xfrm>
            <a:off x="422564" y="1145232"/>
            <a:ext cx="594360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맑은 고딕" pitchFamily="34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prstClr val="black"/>
                </a:solidFill>
              </a:rPr>
              <a:t>1.Write product for following conversions</a:t>
            </a:r>
            <a:r>
              <a:rPr lang="en-US" altLang="en-US" dirty="0">
                <a:solidFill>
                  <a:prstClr val="black"/>
                </a:solidFill>
              </a:rPr>
              <a:t>:</a:t>
            </a:r>
          </a:p>
        </p:txBody>
      </p:sp>
      <p:pic>
        <p:nvPicPr>
          <p:cNvPr id="14340" name="Picture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13" t="38542" r="59004" b="32291"/>
          <a:stretch>
            <a:fillRect/>
          </a:stretch>
        </p:blipFill>
        <p:spPr bwMode="auto">
          <a:xfrm>
            <a:off x="1163782" y="1676400"/>
            <a:ext cx="4797425" cy="1839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390723" y="4327037"/>
            <a:ext cx="8001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2.Arrange the following compounds in the increasing order of boiling points and justify your answer.</a:t>
            </a:r>
          </a:p>
          <a:p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  Butan-1-ol,2-methylpropan-1-ol,2-methylpropan-2-ol</a:t>
            </a:r>
          </a:p>
        </p:txBody>
      </p:sp>
    </p:spTree>
    <p:extLst>
      <p:ext uri="{BB962C8B-B14F-4D97-AF65-F5344CB8AC3E}">
        <p14:creationId xmlns:p14="http://schemas.microsoft.com/office/powerpoint/2010/main" val="1775466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4339" grpId="0"/>
      <p:bldP spid="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00" y="380999"/>
            <a:ext cx="6629400" cy="70236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FF00"/>
                </a:solidFill>
              </a:rPr>
              <a:t>Let’s Recall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>
          <a:xfrm>
            <a:off x="381000" y="1371600"/>
            <a:ext cx="8229600" cy="5105400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Formula of  Alcohol –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ROH,Phenol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ArOH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&amp; Ether R-O-R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Classification of alcohols , phenols and ethers.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IUPAC Nomenclature of alcohols, Phenols and Ethers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These have Bent shape.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Methods of preparation of alcohols and phenols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Mechanism of hydration of alkenes to form alcohol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Reaction of aldehydes and ketones with Grignard reagent to form alcohol.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Alcohols and Ethers are more soluble in water and have high boiling point due to the presence of more electronegative oxygen atom forming intermolecular Hydrogen bonding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99051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2305</TotalTime>
  <Words>1081</Words>
  <Application>Microsoft Office PowerPoint</Application>
  <PresentationFormat>On-screen Show (4:3)</PresentationFormat>
  <Paragraphs>237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4" baseType="lpstr">
      <vt:lpstr>Algerian</vt:lpstr>
      <vt:lpstr>Arial</vt:lpstr>
      <vt:lpstr>Arial Black</vt:lpstr>
      <vt:lpstr>Calibri</vt:lpstr>
      <vt:lpstr>Lucida Sans Unicode</vt:lpstr>
      <vt:lpstr>Symbol</vt:lpstr>
      <vt:lpstr>Verdana</vt:lpstr>
      <vt:lpstr>Wingdings 2</vt:lpstr>
      <vt:lpstr>Wingdings 3</vt:lpstr>
      <vt:lpstr>Concourse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Let’s Recall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Akshya</dc:creator>
  <cp:lastModifiedBy>devyanigautam1371@outlook.com</cp:lastModifiedBy>
  <cp:revision>339</cp:revision>
  <dcterms:created xsi:type="dcterms:W3CDTF">2006-08-16T00:00:00Z</dcterms:created>
  <dcterms:modified xsi:type="dcterms:W3CDTF">2026-04-16T06:53:49Z</dcterms:modified>
</cp:coreProperties>
</file>
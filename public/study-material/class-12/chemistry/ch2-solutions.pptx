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4" r:id="rId1"/>
  </p:sldMasterIdLst>
  <p:notesMasterIdLst>
    <p:notesMasterId r:id="rId39"/>
  </p:notesMasterIdLst>
  <p:sldIdLst>
    <p:sldId id="257" r:id="rId2"/>
    <p:sldId id="29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8" r:id="rId14"/>
    <p:sldId id="268" r:id="rId15"/>
    <p:sldId id="295" r:id="rId16"/>
    <p:sldId id="269" r:id="rId17"/>
    <p:sldId id="270" r:id="rId18"/>
    <p:sldId id="271" r:id="rId19"/>
    <p:sldId id="272" r:id="rId20"/>
    <p:sldId id="292" r:id="rId21"/>
    <p:sldId id="293" r:id="rId22"/>
    <p:sldId id="289" r:id="rId23"/>
    <p:sldId id="274" r:id="rId24"/>
    <p:sldId id="294" r:id="rId25"/>
    <p:sldId id="296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4" r:id="rId35"/>
    <p:sldId id="285" r:id="rId36"/>
    <p:sldId id="286" r:id="rId37"/>
    <p:sldId id="287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856DC-A3FD-4882-9DF2-90466D347E0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2FA7B-41D4-4228-95FE-8F5B6141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93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7BBBC-1A99-4726-A9CE-5A2EF2E03F80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9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7CFD-CF1B-4161-9E3B-491C15933528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42E3-A319-4938-8197-2DB1E03CC4C2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97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FDD72-7435-46E7-AC3B-97445B82FC8B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33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2434-1B8D-465E-89F3-7DC47E011C40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8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DD7D-430D-43CB-9273-8B5C4451674F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8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02A5C-E032-4658-AC35-149EC81B2AB2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4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756EA-8729-4374-AC25-BB5A64CA8B0A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5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9C46-B2A9-469F-A775-777C7A56EB90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2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54289-29CC-4545-AEF4-E7680FE2A13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2574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54289-29CC-4545-AEF4-E7680FE2A13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70725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54289-29CC-4545-AEF4-E7680FE2A13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1677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54289-29CC-4545-AEF4-E7680FE2A13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830376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54289-29CC-4545-AEF4-E7680FE2A13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5837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B332-0FF1-46F6-A052-24A079674271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31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AF35E-2ADE-4F9E-8A9A-94B5ABBF7F0B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6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54289-29CC-4545-AEF4-E7680FE2A13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2CE2B0-B2D3-43C5-939F-E174040C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4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7646" y="849087"/>
            <a:ext cx="1056785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endParaRPr lang="en-US" sz="4000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Solution is a</a:t>
            </a:r>
            <a:r>
              <a:rPr 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homogeneous</a:t>
            </a:r>
            <a:r>
              <a:rPr 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mixture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of two or more substances.</a:t>
            </a:r>
          </a:p>
          <a:p>
            <a:endParaRPr lang="en-US" sz="3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In binary solution the part which is present in larger amount is called</a:t>
            </a:r>
            <a:r>
              <a:rPr lang="en-US" sz="32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and the part which is present in lesser amount is called </a:t>
            </a:r>
            <a:r>
              <a:rPr 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solute</a:t>
            </a:r>
            <a:r>
              <a:rPr 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 Black" panose="020B0A04020102020204" pitchFamily="34" charset="0"/>
            </a:endParaRPr>
          </a:p>
          <a:p>
            <a:endParaRPr lang="en-US" dirty="0">
              <a:latin typeface="Arial Black" panose="020B0A04020102020204" pitchFamily="34" charset="0"/>
            </a:endParaRPr>
          </a:p>
          <a:p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262152" y="587829"/>
            <a:ext cx="10259288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latin typeface="Arial" panose="020B0604020202020204" pitchFamily="34" charset="0"/>
                <a:cs typeface="Arial" panose="020B0604020202020204" pitchFamily="34" charset="0"/>
              </a:rPr>
              <a:t>TYPES OF SOLUTION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SOLID SOLUTION ( Solid is the solvent)  1.gas in solid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2. liquid in solid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3. gas in solid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LIQUID SOLUTION ( Liquid is the solvent)1. gas in liquid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2 . liquid in liquid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3. solid in liquid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GASEOUS SOLUTION(Gas is the solvent)1. gas in gas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2. liquid in gas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3. Solid in gas</a:t>
            </a:r>
          </a:p>
        </p:txBody>
      </p:sp>
    </p:spTree>
    <p:extLst>
      <p:ext uri="{BB962C8B-B14F-4D97-AF65-F5344CB8AC3E}">
        <p14:creationId xmlns:p14="http://schemas.microsoft.com/office/powerpoint/2010/main" val="411825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7017" y="718456"/>
            <a:ext cx="1098586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SOLUTIONS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Gaseous solutions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Liquid solutions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Solid solutions</a:t>
            </a:r>
          </a:p>
          <a:p>
            <a:endParaRPr lang="en-US" sz="2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Gas in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Gas in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solid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Liquid in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liquid in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Liquid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solid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Solid in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Solid in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Solid in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095897" y="1045029"/>
            <a:ext cx="3069772" cy="1018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6165669" y="1071154"/>
            <a:ext cx="26125" cy="901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257108" y="1097280"/>
            <a:ext cx="2886892" cy="875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41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3143" y="666206"/>
            <a:ext cx="10593977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Gaseous solutions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Gas in Gas- Air ( oxygen in nitrogen)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Liquid in Gas   ( Chloroform in nitrogen)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Solid in gas  ( Camphor in nitrogen)</a:t>
            </a:r>
          </a:p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 Solutions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Gas in liquid (Oxygen in water 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Liquid in liquid ( ethanol in water 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Solid in liquid (glucose in water )</a:t>
            </a:r>
          </a:p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Solid solutions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Gas in solid ( Hydrogen in Palladium)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liquid in solid ( Mercuy in sodium)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solid in solid  ( copper in gold)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639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97" y="1126479"/>
            <a:ext cx="1035884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WAYS OF EXPRESSING CONCENTRATIONS</a:t>
            </a:r>
          </a:p>
          <a:p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 TEMPERATURE DEPENDANT) (TEMPERATURE INDEPENDENT)                                                                                          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</a:t>
            </a: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VOLUME PERCENTAGE                       MASS PERCENTAGE</a:t>
            </a:r>
          </a:p>
          <a:p>
            <a:endParaRPr lang="en-US" sz="24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MASS BY VOLUME PERCENTAGE             MOLE FRACTION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MOLARITY                                          MOLALITY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NORMALITY                                      ppm ( parts per million)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865220" y="2148609"/>
            <a:ext cx="13063" cy="3801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837714" y="2534194"/>
            <a:ext cx="235132" cy="26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67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39" y="796834"/>
            <a:ext cx="1063316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 PERCENTAGE (W/W)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Mass % = Mass of the component in the solution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-----------------------------------------------------  X 100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Total mass of the solution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Mass percentage is the weight of the solute present per 100 units of the solution.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Eg: 10% glucose in water means 10 g of glucose in 90 g of water                 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4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8091" y="627016"/>
            <a:ext cx="1058091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 PERCENTAGE (v/v)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32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volume of the component                       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Volume % =  --------------------------------------   X 100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Total volume of solution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Eg : 10% ethanol solution in water means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ie 10 mL of ethanol is dissolved in 90 mL of water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0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4766" y="890687"/>
            <a:ext cx="1095973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 BY VOLUME PERCENTAGE (w/v)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en-US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Mass of the solute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Mass /volume % = -----------------------------         X 100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total volume of the solution</a:t>
            </a: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Eg : 23% w/v glucose solution means 23 g of glucose dissolved in 100 mL of water.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unit is used in medicine and pharmacy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Parts per million(ppm)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Number of parts of the component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ppm = ------------------------------------------------------------------------------ X 10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Total number of parts of all components in the solution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6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6128" y="1054834"/>
            <a:ext cx="1028047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Mole fraction ( </a:t>
            </a:r>
            <a:r>
              <a:rPr lang="el-GR" sz="4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χ</a:t>
            </a:r>
            <a:r>
              <a:rPr lang="en-US" sz="4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24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Number of moles of the component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Molefraction of a component = ---------------------------------------------------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total number of moles of all the components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ȠA</a:t>
            </a:r>
          </a:p>
          <a:p>
            <a:endParaRPr lang="en-US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molefraction of A , XA =--------------------------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ȠA +ȠB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ȠB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molefraction of  B, XB = -------------------------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ȠA + ȠB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XA + XB   =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2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6022" y="1071154"/>
            <a:ext cx="1089442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MOLARITY(M</a:t>
            </a:r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defined as the number of moles of a solute dissolved in one litre of the solution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number of moles of solute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M = -------------------------------------------------------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Total volume of the solution in litre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Mass  of the solute x 1000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=  ------------------------------------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Molar mass the solute x Volume of the solution in mL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9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3954" y="888274"/>
            <a:ext cx="966651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MOLALITY (m)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It is defined as the number of moles of solute present in 1 Kg of the solvent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Moles of solute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Molality =--------------------------------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Mass of solvent in Kg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Mass of the solute x 1000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= ---------------------------------------------------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Molar mass of solute X Mass of solvent in g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                   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49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5386" y="791187"/>
            <a:ext cx="8699863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solubility of a substance is its maximum amount that can be dissolved in a specific amount of solvent at a specified temperature.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It depends on * nature of solute and solvent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* temperature     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* Pressure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Polar solutes dissolve in polar solvents and nonpolar solutes dissolve in nonpolar solutes.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                                                       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70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8457" y="692331"/>
            <a:ext cx="10946674" cy="4730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solute + solvent =solution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If the dissolution process is endothermic(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sol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&gt;0 ) , the solubility should increase with rise in temperature.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If the dissolution process is exothermic (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sol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&lt; 0) , the solubility should decrease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Pressure does not have any significant effect on solubility of solids in liquids.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2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0343" y="1110343"/>
            <a:ext cx="9849394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Henry’s law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Henrys law states that at a constant temperature,the solubility of a gas in a iquid is directly proportional to the pressure of the gas.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or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law states that the partial pressure of the gas in vapour phase(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is proportional to the molefraction of the gas (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)in the solution.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 K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X                  </a:t>
            </a:r>
          </a:p>
          <a:p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the Henrys law constant.                 </a:t>
            </a:r>
          </a:p>
          <a:p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</a:p>
          <a:p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the value of K</a:t>
            </a:r>
            <a:r>
              <a:rPr lang="en-US" baseline="-25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a given pressure, the lower is the solubility of the gas in the liquid.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13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12842" y="953589"/>
            <a:ext cx="995951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latin typeface="Arial" panose="020B0604020202020204" pitchFamily="34" charset="0"/>
                <a:cs typeface="Arial" panose="020B0604020202020204" pitchFamily="34" charset="0"/>
              </a:rPr>
              <a:t>Henrys law Graphical Representation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 = K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SLOPE = K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Which of the following curves represent the Henry's law"/>
          <p:cNvSpPr>
            <a:spLocks noChangeAspect="1" noChangeArrowheads="1"/>
          </p:cNvSpPr>
          <p:nvPr/>
        </p:nvSpPr>
        <p:spPr bwMode="auto">
          <a:xfrm>
            <a:off x="155575" y="-144463"/>
            <a:ext cx="5644334" cy="5644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Which of the following curves represent the Henry's law"/>
          <p:cNvSpPr>
            <a:spLocks noChangeAspect="1" noChangeArrowheads="1"/>
          </p:cNvSpPr>
          <p:nvPr/>
        </p:nvSpPr>
        <p:spPr bwMode="auto">
          <a:xfrm>
            <a:off x="3299370" y="225474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Which of the following curves represent the Henry's law"/>
          <p:cNvSpPr>
            <a:spLocks noChangeAspect="1" noChangeArrowheads="1"/>
          </p:cNvSpPr>
          <p:nvPr/>
        </p:nvSpPr>
        <p:spPr bwMode="auto">
          <a:xfrm>
            <a:off x="7772105" y="284257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322423" y="2559549"/>
            <a:ext cx="26126" cy="25349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322423" y="5094514"/>
            <a:ext cx="283464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6" idx="0"/>
          </p:cNvCxnSpPr>
          <p:nvPr/>
        </p:nvCxnSpPr>
        <p:spPr>
          <a:xfrm flipV="1">
            <a:off x="6348549" y="2842577"/>
            <a:ext cx="1575956" cy="22519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16200000">
            <a:off x="4273716" y="3057018"/>
            <a:ext cx="344859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PARTIAL</a:t>
            </a:r>
            <a:r>
              <a:rPr lang="en-US" b="1" dirty="0"/>
              <a:t> PRESSURE</a:t>
            </a:r>
          </a:p>
          <a:p>
            <a:r>
              <a:rPr lang="en-US" b="1" dirty="0"/>
              <a:t> </a:t>
            </a:r>
            <a:r>
              <a:rPr lang="en-US" sz="2000" b="1" dirty="0"/>
              <a:t>OF</a:t>
            </a:r>
            <a:r>
              <a:rPr lang="en-US" b="1" dirty="0"/>
              <a:t> 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6979" y="5119869"/>
            <a:ext cx="2935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MOLE FRACTION OF GAS IN SOLUTION</a:t>
            </a:r>
          </a:p>
        </p:txBody>
      </p:sp>
    </p:spTree>
    <p:extLst>
      <p:ext uri="{BB962C8B-B14F-4D97-AF65-F5344CB8AC3E}">
        <p14:creationId xmlns:p14="http://schemas.microsoft.com/office/powerpoint/2010/main" val="1605088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4582" y="1267099"/>
            <a:ext cx="95097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OF HENRY’S LAW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Soft drinks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:To increase the solubility of CO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 soft drinks and soda water ,the bottle is sealed under high pressure.</a:t>
            </a:r>
          </a:p>
          <a:p>
            <a:pPr marL="342900" indent="-342900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Bends in scuba divers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  Anoxia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: Low oxygen concentration in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bood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mountainers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or people living in high altitude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76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62149"/>
            <a:ext cx="10829109" cy="7643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RAOULTS LAW FOR VOLATILE COMPONENT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Raoults law states that for a solution of volatile liquids,the partial pressure of each component in the solution is directly proportional to its mole fraction.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p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where p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the vapour pressure of pure component A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p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where  p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the vapour pressure of pure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componentB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P 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= p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+(p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–p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9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2332" y="666206"/>
            <a:ext cx="1008452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RAOULTS LAW FOR NON-VOLATILE COMPONENT</a:t>
            </a:r>
          </a:p>
          <a:p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component B ( solute ) is non volatile, it cannot give any contribution to the total pressure of the solution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Then P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P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+ 0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= p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(1-x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</a:t>
            </a: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p/p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ie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non-volatile solute Raoults law states that the relative lowering of vapour pressure is equal to mole fraction of the solute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66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1073" y="587829"/>
            <a:ext cx="104655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SOUTION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solutions which obey Raoults law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mixing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 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mixing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=0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Here F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A-A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 F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B-B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F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A-B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eg: (a) solution of n-hexane and n-heptane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(b) solution of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bromoethane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chloroethane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( c )  solution of benzene and toluene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2" descr="If volatility depends on intermolecular forces, then why in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211" y="1024388"/>
            <a:ext cx="3696790" cy="2473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055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13954" y="496389"/>
            <a:ext cx="11578045" cy="5592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(NON-IDEAL SOLUTION)</a:t>
            </a:r>
          </a:p>
          <a:p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SOLUTIONS SHOWING POSITIVE DEVIATION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 not obey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Raouts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law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ΔV mixing  &gt;0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ΔHmixing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&gt;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Eg : mixture of cyclohexane and ethanol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13719"/>
            <a:ext cx="4206239" cy="374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31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39635" y="483326"/>
            <a:ext cx="11560628" cy="522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(NON-IDEAL SOLUTIONS)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SOLUTIONS SHOWING NEGATIVE DEVIATIONS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 not obey Raoults law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ΔV mixing &lt;0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ΔH mixing &lt; 0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Eg : mixture of Acetone and chloroform</a:t>
            </a:r>
          </a:p>
        </p:txBody>
      </p:sp>
      <p:sp>
        <p:nvSpPr>
          <p:cNvPr id="4" name="AutoShape 2" descr="CBSE Class 12 Chemistry Notes: Solutions - Non Ideal Solution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617" y="1812742"/>
            <a:ext cx="4965247" cy="373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55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33008" y="1074726"/>
            <a:ext cx="8007531" cy="189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008" y="1305237"/>
            <a:ext cx="8271223" cy="4638363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83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83326"/>
            <a:ext cx="10763794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n-US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Colligative properties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properties which depends on the number of solute particles not on the nature.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(1)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Relative lowering of vapour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pressure of the solvent (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P/P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(2 )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Elevation of boiling point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of the solvent (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(3)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Depression of freezing point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of the solvent (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(4)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Osmotic pressure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of the solution (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63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40080" y="418011"/>
            <a:ext cx="1012371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 LOWERING OF VAPOUR PRESSURE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when a non-volatile solute is added to a solvent its vapour pressure is decreased.This is called lowering of vapour pressure.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relative lowering of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( ------) = X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P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  = P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x X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45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47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829" y="509451"/>
            <a:ext cx="10985862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 between lowering of vapour pressure and molar mass</a:t>
            </a:r>
          </a:p>
          <a:p>
            <a:endParaRPr lang="en-US" u="sng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According to Raoults law relative lowering of vapour pressure = molefraction of the solute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------ = X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 ,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the molefraction of the solute</a:t>
            </a: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P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substituting molality in the above equation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         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M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------  = ------------------             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P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M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             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                                                      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endParaRPr lang="en-US" sz="2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     </a:t>
            </a:r>
            <a:endParaRPr lang="en-US" sz="2400" baseline="-250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533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383" y="169816"/>
            <a:ext cx="1190461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(Colligative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Proerty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Elevation of Boiling Point (</a:t>
            </a:r>
            <a:r>
              <a:rPr lang="el-GR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Tb):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Then the difference between the boiling points of the pure solvent and that of the solution                             is  called elevation of boiling point (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Tb).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=T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T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molality </a:t>
            </a:r>
          </a:p>
          <a:p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</a:t>
            </a:r>
            <a:r>
              <a:rPr lang="el-GR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aseline="-25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K</a:t>
            </a:r>
            <a:r>
              <a:rPr lang="en-US" sz="2800" baseline="-25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molality, </a:t>
            </a:r>
          </a:p>
          <a:p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where K</a:t>
            </a:r>
            <a:r>
              <a:rPr lang="en-US" sz="2800" baseline="-25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molal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elevation constant </a:t>
            </a:r>
          </a:p>
          <a:p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or     </a:t>
            </a:r>
            <a:r>
              <a:rPr lang="en-US"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Ebullioscopic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constant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8" y="2383226"/>
            <a:ext cx="3618412" cy="329837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30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7017" y="666205"/>
            <a:ext cx="10384972" cy="4934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 between Elevation of Boiling point and Molar mass of solute</a:t>
            </a:r>
            <a:r>
              <a:rPr lang="en-US" sz="24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= K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molality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K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x1000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=----------------------         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mass of solvent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M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                   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mass of solute</a:t>
            </a: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M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molar mass of solute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1000 K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             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-elevation of boiling point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M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=----------------------                                                 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04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0004" y="373443"/>
            <a:ext cx="107637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(colligative Property)</a:t>
            </a:r>
          </a:p>
          <a:p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Depression of Freezing Point ( </a:t>
            </a:r>
            <a:r>
              <a:rPr lang="el-GR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b="1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="1" u="sng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.  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ie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molality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el-GR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4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baseline="-250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molality,                                                                                         or </a:t>
            </a:r>
            <a:r>
              <a:rPr lang="en-US" sz="24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cryoscopic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constant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Molal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depression constant is the depression in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depression in FP when molality is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unity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6" y="1612636"/>
            <a:ext cx="4585064" cy="431295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40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79" y="809897"/>
            <a:ext cx="983633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 between Depression of Freezing Point and molar mass of the solute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m 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1000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But molality m=-------------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M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1000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   --------------                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M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x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            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1000 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</a:t>
            </a:r>
            <a:r>
              <a:rPr lang="en-US" sz="24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                                                                            </a:t>
            </a: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M</a:t>
            </a:r>
            <a:r>
              <a:rPr lang="en-US" sz="24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-----------------</a:t>
            </a: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</a:t>
            </a:r>
            <a:r>
              <a:rPr lang="el-GR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</a:t>
            </a:r>
            <a:r>
              <a:rPr lang="en-US" sz="24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10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9269" y="653143"/>
            <a:ext cx="1022821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Osmotic pressure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Osmosis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If a solvent and solution are separated by a semipermeable membrane ,the solvent molecules will flow through the membrane from pure solvent to solution. This process of  flow of solvent is called osmosis.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excess pressure required to just prevent osmosis is called osmotic pressure.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43" y="2578343"/>
            <a:ext cx="4741817" cy="27643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6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1703" y="770708"/>
            <a:ext cx="99930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Molar mass and Osmotic Pressure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= ---- x RT                           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V                        But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 -----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M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x R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M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---------------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V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83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0526" y="966651"/>
            <a:ext cx="103719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Isotonic Solutions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Two solutions having same osmotic pressure at a given temperature are called isotonic solutions.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   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w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------  =       --------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M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M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Between two solutions one having higher osmotic pressure is called  hypertonic solution and that having lower osmotic pressure is called hypotonic solution</a:t>
            </a:r>
            <a:r>
              <a:rPr lang="en-US" sz="2400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20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029" y="862149"/>
            <a:ext cx="970570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 Osmosis and Water Purification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direction of osmosis can be reversed if a pressure larger than the osmotic pressure is applied to the solution side .  This phenomenon is called reverse osmosis.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Reverse osmosis is used in desalination of sea water.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https://haygot.s3.amazonaws.com/questions/1181779_1435319_ans_3271cae4e1104e79bd83e828620d7bc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764" y="3089677"/>
            <a:ext cx="5598588" cy="312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22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3142" y="600891"/>
            <a:ext cx="10811691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Abnormal Molar Masses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When we determine the molar mass of certain substances by colligative property methods, it will be higher or lower than the actual value.This is called abnormal molar mass.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It is due to (i) association or (ii) dissociation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indent="-400050">
              <a:buAutoNum type="romanLcParenBoth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association take place  the molar mass increases.</a:t>
            </a:r>
          </a:p>
          <a:p>
            <a:pPr marL="400050" indent="-400050">
              <a:buAutoNum type="romanLcParenBoth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eg : Acetic acid undergoes dimerization in benzene.So molar mass will be 120 instead of 60.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(ii) If dissociation take place  molar mass decreases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eg: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KCl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water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KCl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----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K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+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Cl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35</a:t>
            </a:fld>
            <a:endParaRPr lang="en-US"/>
          </a:p>
        </p:txBody>
      </p:sp>
      <p:sp>
        <p:nvSpPr>
          <p:cNvPr id="4" name="AutoShape 2" descr="How do molecules of acetic acid dimerise in benzene due to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do molecules of acetic acid dimerise in benzene due to ..."/>
          <p:cNvSpPr>
            <a:spLocks noChangeAspect="1" noChangeArrowheads="1"/>
          </p:cNvSpPr>
          <p:nvPr/>
        </p:nvSpPr>
        <p:spPr bwMode="auto">
          <a:xfrm>
            <a:off x="68489" y="-8785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3683045"/>
            <a:ext cx="361950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56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1966" y="862149"/>
            <a:ext cx="88304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Van’t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Hoff factor (i)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Normal molar mass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i= ------------------------------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Abnormal molar mass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Observed colligative property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= -----------------------------------------------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Calculated colligative property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I = 1  neither association nor dissociation.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I &gt; 1, dissociation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I &lt; 1 , association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93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6022" y="800755"/>
            <a:ext cx="10855235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Inclusion of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van’t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Hoff factor modifies the equations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P</a:t>
            </a:r>
            <a:r>
              <a:rPr lang="en-US" sz="24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</a:t>
            </a:r>
            <a:r>
              <a:rPr lang="en-US" sz="24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400" baseline="-25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Lowering of VP                ----------   = i ----</a:t>
            </a: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p</a:t>
            </a:r>
            <a:r>
              <a:rPr lang="en-US" sz="24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baseline="30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400" baseline="-25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aseline="-25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aseline="-25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aseline="-25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Elevation of Boiling point ,      </a:t>
            </a:r>
            <a:r>
              <a:rPr lang="el-GR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sz="24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= i K</a:t>
            </a:r>
            <a:r>
              <a:rPr lang="en-US" sz="2400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</a:p>
          <a:p>
            <a:endParaRPr 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Depression of Freezing point   </a:t>
            </a:r>
            <a:r>
              <a:rPr lang="el-GR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= 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</a:t>
            </a:r>
            <a:r>
              <a:rPr lang="en-US" sz="24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</a:p>
          <a:p>
            <a:endParaRPr 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i 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</a:t>
            </a:r>
            <a:endParaRPr 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Osmotic pressure of solution,      </a:t>
            </a:r>
            <a:r>
              <a:rPr lang="el-GR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= --------</a:t>
            </a:r>
          </a:p>
          <a:p>
            <a:r>
              <a:rPr lang="en-US" sz="24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  <a:p>
            <a:endParaRPr lang="en-US" sz="2400" baseline="-25000" dirty="0">
              <a:solidFill>
                <a:srgbClr val="00B050"/>
              </a:solidFill>
            </a:endParaRPr>
          </a:p>
          <a:p>
            <a:endParaRPr lang="en-US" baseline="-25000" dirty="0">
              <a:solidFill>
                <a:srgbClr val="00B050"/>
              </a:solidFill>
            </a:endParaRPr>
          </a:p>
          <a:p>
            <a:endParaRPr lang="en-US" baseline="-25000" dirty="0">
              <a:solidFill>
                <a:srgbClr val="00B050"/>
              </a:solidFill>
            </a:endParaRPr>
          </a:p>
          <a:p>
            <a:endParaRPr lang="en-US" baseline="-25000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E2B0-B2D3-43C5-939F-E174040CAA1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811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1479</TotalTime>
  <Words>2138</Words>
  <Application>Microsoft Office PowerPoint</Application>
  <PresentationFormat>Widescreen</PresentationFormat>
  <Paragraphs>474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Arial Black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Solutions</dc:title>
  <dc:creator>SAM</dc:creator>
  <cp:lastModifiedBy>devyanigautam1371@outlook.com</cp:lastModifiedBy>
  <cp:revision>208</cp:revision>
  <dcterms:created xsi:type="dcterms:W3CDTF">2020-06-23T05:31:53Z</dcterms:created>
  <dcterms:modified xsi:type="dcterms:W3CDTF">2026-04-16T06:49:44Z</dcterms:modified>
</cp:coreProperties>
</file>
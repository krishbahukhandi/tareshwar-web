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73"/>
  </p:notesMasterIdLst>
  <p:handoutMasterIdLst>
    <p:handoutMasterId r:id="rId74"/>
  </p:handoutMasterIdLst>
  <p:sldIdLst>
    <p:sldId id="256" r:id="rId2"/>
    <p:sldId id="406" r:id="rId3"/>
    <p:sldId id="405" r:id="rId4"/>
    <p:sldId id="260" r:id="rId5"/>
    <p:sldId id="461" r:id="rId6"/>
    <p:sldId id="303" r:id="rId7"/>
    <p:sldId id="407" r:id="rId8"/>
    <p:sldId id="409" r:id="rId9"/>
    <p:sldId id="413" r:id="rId10"/>
    <p:sldId id="428" r:id="rId11"/>
    <p:sldId id="304" r:id="rId12"/>
    <p:sldId id="305" r:id="rId13"/>
    <p:sldId id="306" r:id="rId14"/>
    <p:sldId id="308" r:id="rId15"/>
    <p:sldId id="312" r:id="rId16"/>
    <p:sldId id="415" r:id="rId17"/>
    <p:sldId id="414" r:id="rId18"/>
    <p:sldId id="309" r:id="rId19"/>
    <p:sldId id="313" r:id="rId20"/>
    <p:sldId id="316" r:id="rId21"/>
    <p:sldId id="314" r:id="rId22"/>
    <p:sldId id="315" r:id="rId23"/>
    <p:sldId id="416" r:id="rId24"/>
    <p:sldId id="417" r:id="rId25"/>
    <p:sldId id="317" r:id="rId26"/>
    <p:sldId id="462" r:id="rId27"/>
    <p:sldId id="430" r:id="rId28"/>
    <p:sldId id="419" r:id="rId29"/>
    <p:sldId id="420" r:id="rId30"/>
    <p:sldId id="422" r:id="rId31"/>
    <p:sldId id="320" r:id="rId32"/>
    <p:sldId id="423" r:id="rId33"/>
    <p:sldId id="426" r:id="rId34"/>
    <p:sldId id="322" r:id="rId35"/>
    <p:sldId id="327" r:id="rId36"/>
    <p:sldId id="431" r:id="rId37"/>
    <p:sldId id="429" r:id="rId38"/>
    <p:sldId id="330" r:id="rId39"/>
    <p:sldId id="463" r:id="rId40"/>
    <p:sldId id="341" r:id="rId41"/>
    <p:sldId id="334" r:id="rId42"/>
    <p:sldId id="337" r:id="rId43"/>
    <p:sldId id="346" r:id="rId44"/>
    <p:sldId id="353" r:id="rId45"/>
    <p:sldId id="347" r:id="rId46"/>
    <p:sldId id="352" r:id="rId47"/>
    <p:sldId id="437" r:id="rId48"/>
    <p:sldId id="354" r:id="rId49"/>
    <p:sldId id="439" r:id="rId50"/>
    <p:sldId id="440" r:id="rId51"/>
    <p:sldId id="362" r:id="rId52"/>
    <p:sldId id="441" r:id="rId53"/>
    <p:sldId id="442" r:id="rId54"/>
    <p:sldId id="355" r:id="rId55"/>
    <p:sldId id="357" r:id="rId56"/>
    <p:sldId id="359" r:id="rId57"/>
    <p:sldId id="444" r:id="rId58"/>
    <p:sldId id="446" r:id="rId59"/>
    <p:sldId id="447" r:id="rId60"/>
    <p:sldId id="449" r:id="rId61"/>
    <p:sldId id="450" r:id="rId62"/>
    <p:sldId id="451" r:id="rId63"/>
    <p:sldId id="452" r:id="rId64"/>
    <p:sldId id="460" r:id="rId65"/>
    <p:sldId id="453" r:id="rId66"/>
    <p:sldId id="454" r:id="rId67"/>
    <p:sldId id="455" r:id="rId68"/>
    <p:sldId id="456" r:id="rId69"/>
    <p:sldId id="457" r:id="rId70"/>
    <p:sldId id="361" r:id="rId71"/>
    <p:sldId id="458" r:id="rId7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3180"/>
    <a:srgbClr val="DBFFFF"/>
    <a:srgbClr val="E3FFFF"/>
    <a:srgbClr val="00FFFF"/>
    <a:srgbClr val="FFCC99"/>
    <a:srgbClr val="FF0000"/>
    <a:srgbClr val="FFFFCC"/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869" autoAdjust="0"/>
    <p:restoredTop sz="90939" autoAdjust="0"/>
  </p:normalViewPr>
  <p:slideViewPr>
    <p:cSldViewPr>
      <p:cViewPr varScale="1">
        <p:scale>
          <a:sx n="106" d="100"/>
          <a:sy n="106" d="100"/>
        </p:scale>
        <p:origin x="355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1512CC-6DCF-48A2-8A05-E6E0290C4C23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D2BDAAFB-B690-4404-AEF2-98326DA8594A}">
      <dgm:prSet phldrT="[Text]"/>
      <dgm:spPr>
        <a:solidFill>
          <a:srgbClr val="00B050"/>
        </a:solidFill>
        <a:ln>
          <a:solidFill>
            <a:srgbClr val="FF0000"/>
          </a:solidFill>
        </a:ln>
      </dgm:spPr>
      <dgm:t>
        <a:bodyPr/>
        <a:lstStyle/>
        <a:p>
          <a:r>
            <a:rPr lang="en-IN" dirty="0">
              <a:solidFill>
                <a:schemeClr val="tx2"/>
              </a:solidFill>
            </a:rPr>
            <a:t>Thermodynamics</a:t>
          </a:r>
        </a:p>
      </dgm:t>
    </dgm:pt>
    <dgm:pt modelId="{9BE0A33D-67CC-40B7-B31B-B7E9CA0A128D}" type="parTrans" cxnId="{0249C816-1C68-4F17-A102-F7F836554665}">
      <dgm:prSet/>
      <dgm:spPr/>
      <dgm:t>
        <a:bodyPr/>
        <a:lstStyle/>
        <a:p>
          <a:endParaRPr lang="en-IN"/>
        </a:p>
      </dgm:t>
    </dgm:pt>
    <dgm:pt modelId="{BE3F97A4-6DB2-4F03-8D99-E1EDE2E78DE8}" type="sibTrans" cxnId="{0249C816-1C68-4F17-A102-F7F836554665}">
      <dgm:prSet/>
      <dgm:spPr/>
      <dgm:t>
        <a:bodyPr/>
        <a:lstStyle/>
        <a:p>
          <a:endParaRPr lang="en-IN"/>
        </a:p>
      </dgm:t>
    </dgm:pt>
    <dgm:pt modelId="{C7075EBB-A45B-4570-ABE2-6BA4D01C0958}">
      <dgm:prSet phldrT="[Text]"/>
      <dgm:spPr>
        <a:solidFill>
          <a:srgbClr val="FFC000"/>
        </a:solidFill>
        <a:ln>
          <a:solidFill>
            <a:srgbClr val="FF0000"/>
          </a:solidFill>
        </a:ln>
      </dgm:spPr>
      <dgm:t>
        <a:bodyPr/>
        <a:lstStyle/>
        <a:p>
          <a:r>
            <a:rPr lang="en-IN" dirty="0">
              <a:solidFill>
                <a:schemeClr val="tx2"/>
              </a:solidFill>
            </a:rPr>
            <a:t>Equilibrium</a:t>
          </a:r>
        </a:p>
      </dgm:t>
    </dgm:pt>
    <dgm:pt modelId="{C7FD8B3C-E1D1-4BF1-AC3A-151CA8E24C0C}" type="parTrans" cxnId="{358BEE1A-A377-4395-9C57-D0DBFD9EE304}">
      <dgm:prSet/>
      <dgm:spPr/>
      <dgm:t>
        <a:bodyPr/>
        <a:lstStyle/>
        <a:p>
          <a:endParaRPr lang="en-IN"/>
        </a:p>
      </dgm:t>
    </dgm:pt>
    <dgm:pt modelId="{16292719-21BE-4962-8EE5-EDD0913F0819}" type="sibTrans" cxnId="{358BEE1A-A377-4395-9C57-D0DBFD9EE304}">
      <dgm:prSet/>
      <dgm:spPr/>
      <dgm:t>
        <a:bodyPr/>
        <a:lstStyle/>
        <a:p>
          <a:endParaRPr lang="en-IN"/>
        </a:p>
      </dgm:t>
    </dgm:pt>
    <dgm:pt modelId="{DD0DEC58-91B8-4F8E-BC5B-7E53D0537951}">
      <dgm:prSet phldrT="[Text]"/>
      <dgm:spPr>
        <a:solidFill>
          <a:srgbClr val="00FFFF"/>
        </a:solidFill>
        <a:ln>
          <a:solidFill>
            <a:srgbClr val="FF0000"/>
          </a:solidFill>
        </a:ln>
      </dgm:spPr>
      <dgm:t>
        <a:bodyPr/>
        <a:lstStyle/>
        <a:p>
          <a:r>
            <a:rPr lang="en-IN" dirty="0">
              <a:solidFill>
                <a:schemeClr val="tx2"/>
              </a:solidFill>
            </a:rPr>
            <a:t>Kinetics</a:t>
          </a:r>
        </a:p>
      </dgm:t>
    </dgm:pt>
    <dgm:pt modelId="{33F7DB2B-8AE1-4F78-A23E-BA3DDCA4FBE6}" type="parTrans" cxnId="{4A668BB3-6359-44C6-9224-2A5975BC200B}">
      <dgm:prSet/>
      <dgm:spPr/>
      <dgm:t>
        <a:bodyPr/>
        <a:lstStyle/>
        <a:p>
          <a:endParaRPr lang="en-IN"/>
        </a:p>
      </dgm:t>
    </dgm:pt>
    <dgm:pt modelId="{DF0CB0C4-6340-4C95-B46A-60DEB50C4721}" type="sibTrans" cxnId="{4A668BB3-6359-44C6-9224-2A5975BC200B}">
      <dgm:prSet/>
      <dgm:spPr/>
      <dgm:t>
        <a:bodyPr/>
        <a:lstStyle/>
        <a:p>
          <a:endParaRPr lang="en-IN"/>
        </a:p>
      </dgm:t>
    </dgm:pt>
    <dgm:pt modelId="{3D0D1C48-7E10-4D2B-BDC9-4CC79542D58D}" type="pres">
      <dgm:prSet presAssocID="{FA1512CC-6DCF-48A2-8A05-E6E0290C4C23}" presName="linear" presStyleCnt="0">
        <dgm:presLayoutVars>
          <dgm:dir/>
          <dgm:animLvl val="lvl"/>
          <dgm:resizeHandles val="exact"/>
        </dgm:presLayoutVars>
      </dgm:prSet>
      <dgm:spPr/>
    </dgm:pt>
    <dgm:pt modelId="{F7EF12D0-B8C6-48A3-B6AD-12EF67B3D9A3}" type="pres">
      <dgm:prSet presAssocID="{D2BDAAFB-B690-4404-AEF2-98326DA8594A}" presName="parentLin" presStyleCnt="0"/>
      <dgm:spPr/>
    </dgm:pt>
    <dgm:pt modelId="{F27D471E-9BC5-4897-ACA2-C15222EA68EC}" type="pres">
      <dgm:prSet presAssocID="{D2BDAAFB-B690-4404-AEF2-98326DA8594A}" presName="parentLeftMargin" presStyleLbl="node1" presStyleIdx="0" presStyleCnt="3"/>
      <dgm:spPr/>
    </dgm:pt>
    <dgm:pt modelId="{F2423379-EAC2-4BC9-9B3D-D8633A94B5AC}" type="pres">
      <dgm:prSet presAssocID="{D2BDAAFB-B690-4404-AEF2-98326DA8594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9E066B5-7382-4428-ABAF-02E7E8E9E75E}" type="pres">
      <dgm:prSet presAssocID="{D2BDAAFB-B690-4404-AEF2-98326DA8594A}" presName="negativeSpace" presStyleCnt="0"/>
      <dgm:spPr/>
    </dgm:pt>
    <dgm:pt modelId="{848F266C-6FF3-4C98-AA5D-09A5EE704946}" type="pres">
      <dgm:prSet presAssocID="{D2BDAAFB-B690-4404-AEF2-98326DA8594A}" presName="childText" presStyleLbl="conFgAcc1" presStyleIdx="0" presStyleCnt="3">
        <dgm:presLayoutVars>
          <dgm:bulletEnabled val="1"/>
        </dgm:presLayoutVars>
      </dgm:prSet>
      <dgm:spPr/>
    </dgm:pt>
    <dgm:pt modelId="{50F55C04-1FB1-4E76-BE01-B612FFAC08DE}" type="pres">
      <dgm:prSet presAssocID="{BE3F97A4-6DB2-4F03-8D99-E1EDE2E78DE8}" presName="spaceBetweenRectangles" presStyleCnt="0"/>
      <dgm:spPr/>
    </dgm:pt>
    <dgm:pt modelId="{44CC8D4F-536E-4E1C-B6A9-A6F1DE9858FD}" type="pres">
      <dgm:prSet presAssocID="{C7075EBB-A45B-4570-ABE2-6BA4D01C0958}" presName="parentLin" presStyleCnt="0"/>
      <dgm:spPr/>
    </dgm:pt>
    <dgm:pt modelId="{A6B9F388-76B0-4771-81E2-49E7878DF5B1}" type="pres">
      <dgm:prSet presAssocID="{C7075EBB-A45B-4570-ABE2-6BA4D01C0958}" presName="parentLeftMargin" presStyleLbl="node1" presStyleIdx="0" presStyleCnt="3"/>
      <dgm:spPr/>
    </dgm:pt>
    <dgm:pt modelId="{2A601BA4-AD02-4081-864C-AD6D3D11A80D}" type="pres">
      <dgm:prSet presAssocID="{C7075EBB-A45B-4570-ABE2-6BA4D01C095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071C2DE-58B5-46FD-AC51-5FBA47BC50D3}" type="pres">
      <dgm:prSet presAssocID="{C7075EBB-A45B-4570-ABE2-6BA4D01C0958}" presName="negativeSpace" presStyleCnt="0"/>
      <dgm:spPr/>
    </dgm:pt>
    <dgm:pt modelId="{87A91EEF-F4FE-4AAD-A33B-9CE5AE40A9F2}" type="pres">
      <dgm:prSet presAssocID="{C7075EBB-A45B-4570-ABE2-6BA4D01C0958}" presName="childText" presStyleLbl="conFgAcc1" presStyleIdx="1" presStyleCnt="3">
        <dgm:presLayoutVars>
          <dgm:bulletEnabled val="1"/>
        </dgm:presLayoutVars>
      </dgm:prSet>
      <dgm:spPr/>
    </dgm:pt>
    <dgm:pt modelId="{9FCFDB75-7835-454C-9E5F-5E77FFC107B7}" type="pres">
      <dgm:prSet presAssocID="{16292719-21BE-4962-8EE5-EDD0913F0819}" presName="spaceBetweenRectangles" presStyleCnt="0"/>
      <dgm:spPr/>
    </dgm:pt>
    <dgm:pt modelId="{3F49E62E-9845-4A90-94AB-E8CD3F4CEF91}" type="pres">
      <dgm:prSet presAssocID="{DD0DEC58-91B8-4F8E-BC5B-7E53D0537951}" presName="parentLin" presStyleCnt="0"/>
      <dgm:spPr/>
    </dgm:pt>
    <dgm:pt modelId="{9CDAE50A-0C12-459A-B6E5-FBB83C0C5994}" type="pres">
      <dgm:prSet presAssocID="{DD0DEC58-91B8-4F8E-BC5B-7E53D0537951}" presName="parentLeftMargin" presStyleLbl="node1" presStyleIdx="1" presStyleCnt="3"/>
      <dgm:spPr/>
    </dgm:pt>
    <dgm:pt modelId="{AE72659D-26E6-402A-AD18-F9196FF8ED2E}" type="pres">
      <dgm:prSet presAssocID="{DD0DEC58-91B8-4F8E-BC5B-7E53D053795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7B18C56-D5E0-4699-AC35-036199104F43}" type="pres">
      <dgm:prSet presAssocID="{DD0DEC58-91B8-4F8E-BC5B-7E53D0537951}" presName="negativeSpace" presStyleCnt="0"/>
      <dgm:spPr/>
    </dgm:pt>
    <dgm:pt modelId="{64786ED2-3DE2-47F9-93B7-3DB187E0F918}" type="pres">
      <dgm:prSet presAssocID="{DD0DEC58-91B8-4F8E-BC5B-7E53D053795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0D37304-7DED-44BE-BC75-7CE407899C54}" type="presOf" srcId="{D2BDAAFB-B690-4404-AEF2-98326DA8594A}" destId="{F27D471E-9BC5-4897-ACA2-C15222EA68EC}" srcOrd="0" destOrd="0" presId="urn:microsoft.com/office/officeart/2005/8/layout/list1"/>
    <dgm:cxn modelId="{0249C816-1C68-4F17-A102-F7F836554665}" srcId="{FA1512CC-6DCF-48A2-8A05-E6E0290C4C23}" destId="{D2BDAAFB-B690-4404-AEF2-98326DA8594A}" srcOrd="0" destOrd="0" parTransId="{9BE0A33D-67CC-40B7-B31B-B7E9CA0A128D}" sibTransId="{BE3F97A4-6DB2-4F03-8D99-E1EDE2E78DE8}"/>
    <dgm:cxn modelId="{358BEE1A-A377-4395-9C57-D0DBFD9EE304}" srcId="{FA1512CC-6DCF-48A2-8A05-E6E0290C4C23}" destId="{C7075EBB-A45B-4570-ABE2-6BA4D01C0958}" srcOrd="1" destOrd="0" parTransId="{C7FD8B3C-E1D1-4BF1-AC3A-151CA8E24C0C}" sibTransId="{16292719-21BE-4962-8EE5-EDD0913F0819}"/>
    <dgm:cxn modelId="{73845C50-5163-4234-A4FA-FE362A8E023A}" type="presOf" srcId="{C7075EBB-A45B-4570-ABE2-6BA4D01C0958}" destId="{2A601BA4-AD02-4081-864C-AD6D3D11A80D}" srcOrd="1" destOrd="0" presId="urn:microsoft.com/office/officeart/2005/8/layout/list1"/>
    <dgm:cxn modelId="{26EE088A-52C3-46C7-AF56-1B83A3464636}" type="presOf" srcId="{D2BDAAFB-B690-4404-AEF2-98326DA8594A}" destId="{F2423379-EAC2-4BC9-9B3D-D8633A94B5AC}" srcOrd="1" destOrd="0" presId="urn:microsoft.com/office/officeart/2005/8/layout/list1"/>
    <dgm:cxn modelId="{EA51DD8A-7488-4E78-A839-2B4F1F27EE85}" type="presOf" srcId="{DD0DEC58-91B8-4F8E-BC5B-7E53D0537951}" destId="{AE72659D-26E6-402A-AD18-F9196FF8ED2E}" srcOrd="1" destOrd="0" presId="urn:microsoft.com/office/officeart/2005/8/layout/list1"/>
    <dgm:cxn modelId="{FA91E090-05EE-4769-A077-2180A79D848E}" type="presOf" srcId="{DD0DEC58-91B8-4F8E-BC5B-7E53D0537951}" destId="{9CDAE50A-0C12-459A-B6E5-FBB83C0C5994}" srcOrd="0" destOrd="0" presId="urn:microsoft.com/office/officeart/2005/8/layout/list1"/>
    <dgm:cxn modelId="{4A668BB3-6359-44C6-9224-2A5975BC200B}" srcId="{FA1512CC-6DCF-48A2-8A05-E6E0290C4C23}" destId="{DD0DEC58-91B8-4F8E-BC5B-7E53D0537951}" srcOrd="2" destOrd="0" parTransId="{33F7DB2B-8AE1-4F78-A23E-BA3DDCA4FBE6}" sibTransId="{DF0CB0C4-6340-4C95-B46A-60DEB50C4721}"/>
    <dgm:cxn modelId="{C2009EE5-6C33-45FC-8A52-5C2ECFBEFE60}" type="presOf" srcId="{C7075EBB-A45B-4570-ABE2-6BA4D01C0958}" destId="{A6B9F388-76B0-4771-81E2-49E7878DF5B1}" srcOrd="0" destOrd="0" presId="urn:microsoft.com/office/officeart/2005/8/layout/list1"/>
    <dgm:cxn modelId="{C865F0F4-2D57-4FEB-9B78-5716E86EDAF4}" type="presOf" srcId="{FA1512CC-6DCF-48A2-8A05-E6E0290C4C23}" destId="{3D0D1C48-7E10-4D2B-BDC9-4CC79542D58D}" srcOrd="0" destOrd="0" presId="urn:microsoft.com/office/officeart/2005/8/layout/list1"/>
    <dgm:cxn modelId="{43181263-7A6C-4C86-961E-9251A0C56451}" type="presParOf" srcId="{3D0D1C48-7E10-4D2B-BDC9-4CC79542D58D}" destId="{F7EF12D0-B8C6-48A3-B6AD-12EF67B3D9A3}" srcOrd="0" destOrd="0" presId="urn:microsoft.com/office/officeart/2005/8/layout/list1"/>
    <dgm:cxn modelId="{6D7B7C86-075C-40C3-91CC-18E370AC42B0}" type="presParOf" srcId="{F7EF12D0-B8C6-48A3-B6AD-12EF67B3D9A3}" destId="{F27D471E-9BC5-4897-ACA2-C15222EA68EC}" srcOrd="0" destOrd="0" presId="urn:microsoft.com/office/officeart/2005/8/layout/list1"/>
    <dgm:cxn modelId="{B3A299F6-FF43-40B0-8083-75534B07EF9E}" type="presParOf" srcId="{F7EF12D0-B8C6-48A3-B6AD-12EF67B3D9A3}" destId="{F2423379-EAC2-4BC9-9B3D-D8633A94B5AC}" srcOrd="1" destOrd="0" presId="urn:microsoft.com/office/officeart/2005/8/layout/list1"/>
    <dgm:cxn modelId="{04944C63-B779-4974-BE7B-C68BB94816D6}" type="presParOf" srcId="{3D0D1C48-7E10-4D2B-BDC9-4CC79542D58D}" destId="{39E066B5-7382-4428-ABAF-02E7E8E9E75E}" srcOrd="1" destOrd="0" presId="urn:microsoft.com/office/officeart/2005/8/layout/list1"/>
    <dgm:cxn modelId="{8E79E49B-F157-482B-B110-49EBB3BB3F68}" type="presParOf" srcId="{3D0D1C48-7E10-4D2B-BDC9-4CC79542D58D}" destId="{848F266C-6FF3-4C98-AA5D-09A5EE704946}" srcOrd="2" destOrd="0" presId="urn:microsoft.com/office/officeart/2005/8/layout/list1"/>
    <dgm:cxn modelId="{ADDFBE4C-3CC2-4FAB-92BE-88BDDEA36FB1}" type="presParOf" srcId="{3D0D1C48-7E10-4D2B-BDC9-4CC79542D58D}" destId="{50F55C04-1FB1-4E76-BE01-B612FFAC08DE}" srcOrd="3" destOrd="0" presId="urn:microsoft.com/office/officeart/2005/8/layout/list1"/>
    <dgm:cxn modelId="{ECE99D58-FA4E-4419-A8CF-90ABB066BB89}" type="presParOf" srcId="{3D0D1C48-7E10-4D2B-BDC9-4CC79542D58D}" destId="{44CC8D4F-536E-4E1C-B6A9-A6F1DE9858FD}" srcOrd="4" destOrd="0" presId="urn:microsoft.com/office/officeart/2005/8/layout/list1"/>
    <dgm:cxn modelId="{6B37481D-4BAD-4458-9682-8FB12A77D885}" type="presParOf" srcId="{44CC8D4F-536E-4E1C-B6A9-A6F1DE9858FD}" destId="{A6B9F388-76B0-4771-81E2-49E7878DF5B1}" srcOrd="0" destOrd="0" presId="urn:microsoft.com/office/officeart/2005/8/layout/list1"/>
    <dgm:cxn modelId="{62361C67-0082-49AB-8EEE-25E9BA5846D3}" type="presParOf" srcId="{44CC8D4F-536E-4E1C-B6A9-A6F1DE9858FD}" destId="{2A601BA4-AD02-4081-864C-AD6D3D11A80D}" srcOrd="1" destOrd="0" presId="urn:microsoft.com/office/officeart/2005/8/layout/list1"/>
    <dgm:cxn modelId="{919A8CA0-DF09-40CA-8997-549374F4BBCD}" type="presParOf" srcId="{3D0D1C48-7E10-4D2B-BDC9-4CC79542D58D}" destId="{E071C2DE-58B5-46FD-AC51-5FBA47BC50D3}" srcOrd="5" destOrd="0" presId="urn:microsoft.com/office/officeart/2005/8/layout/list1"/>
    <dgm:cxn modelId="{3B8B14BD-1DF8-418A-AFEC-0E643CA39D60}" type="presParOf" srcId="{3D0D1C48-7E10-4D2B-BDC9-4CC79542D58D}" destId="{87A91EEF-F4FE-4AAD-A33B-9CE5AE40A9F2}" srcOrd="6" destOrd="0" presId="urn:microsoft.com/office/officeart/2005/8/layout/list1"/>
    <dgm:cxn modelId="{EA7A0977-2B68-4F48-97CF-C039073629A0}" type="presParOf" srcId="{3D0D1C48-7E10-4D2B-BDC9-4CC79542D58D}" destId="{9FCFDB75-7835-454C-9E5F-5E77FFC107B7}" srcOrd="7" destOrd="0" presId="urn:microsoft.com/office/officeart/2005/8/layout/list1"/>
    <dgm:cxn modelId="{BD31625C-BA59-4F44-872B-9A16CE1D29DD}" type="presParOf" srcId="{3D0D1C48-7E10-4D2B-BDC9-4CC79542D58D}" destId="{3F49E62E-9845-4A90-94AB-E8CD3F4CEF91}" srcOrd="8" destOrd="0" presId="urn:microsoft.com/office/officeart/2005/8/layout/list1"/>
    <dgm:cxn modelId="{D9E4FEA1-1954-4E04-9A58-6B7CEA5E0339}" type="presParOf" srcId="{3F49E62E-9845-4A90-94AB-E8CD3F4CEF91}" destId="{9CDAE50A-0C12-459A-B6E5-FBB83C0C5994}" srcOrd="0" destOrd="0" presId="urn:microsoft.com/office/officeart/2005/8/layout/list1"/>
    <dgm:cxn modelId="{F242DA32-C01A-43F5-8BCE-012957BB5F79}" type="presParOf" srcId="{3F49E62E-9845-4A90-94AB-E8CD3F4CEF91}" destId="{AE72659D-26E6-402A-AD18-F9196FF8ED2E}" srcOrd="1" destOrd="0" presId="urn:microsoft.com/office/officeart/2005/8/layout/list1"/>
    <dgm:cxn modelId="{FE828A47-5D1D-46F2-9091-EC2D596BDF2C}" type="presParOf" srcId="{3D0D1C48-7E10-4D2B-BDC9-4CC79542D58D}" destId="{A7B18C56-D5E0-4699-AC35-036199104F43}" srcOrd="9" destOrd="0" presId="urn:microsoft.com/office/officeart/2005/8/layout/list1"/>
    <dgm:cxn modelId="{DC8AA07C-AA6F-420E-A7E0-71C3D0946CB1}" type="presParOf" srcId="{3D0D1C48-7E10-4D2B-BDC9-4CC79542D58D}" destId="{64786ED2-3DE2-47F9-93B7-3DB187E0F91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12E254-690F-4252-B8B1-DE0EA053844C}" type="doc">
      <dgm:prSet loTypeId="urn:microsoft.com/office/officeart/2011/layout/Tab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7168F8B7-5578-4C43-9D5A-B0B2EE41D38C}">
      <dgm:prSet phldrT="[Text]"/>
      <dgm:spPr>
        <a:solidFill>
          <a:srgbClr val="FFFF00"/>
        </a:solidFill>
      </dgm:spPr>
      <dgm:t>
        <a:bodyPr/>
        <a:lstStyle/>
        <a:p>
          <a:r>
            <a:rPr lang="en-IN" dirty="0">
              <a:solidFill>
                <a:srgbClr val="002060"/>
              </a:solidFill>
            </a:rPr>
            <a:t>slow</a:t>
          </a:r>
        </a:p>
      </dgm:t>
    </dgm:pt>
    <dgm:pt modelId="{E3CFA302-CE20-41DD-B6C4-D0673DF2BE8E}" type="parTrans" cxnId="{ECE0845E-A6A0-4568-BB9A-65D6CE8477F5}">
      <dgm:prSet/>
      <dgm:spPr/>
      <dgm:t>
        <a:bodyPr/>
        <a:lstStyle/>
        <a:p>
          <a:endParaRPr lang="en-IN"/>
        </a:p>
      </dgm:t>
    </dgm:pt>
    <dgm:pt modelId="{905E0708-4E33-4532-8326-424214D362A5}" type="sibTrans" cxnId="{ECE0845E-A6A0-4568-BB9A-65D6CE8477F5}">
      <dgm:prSet/>
      <dgm:spPr/>
      <dgm:t>
        <a:bodyPr/>
        <a:lstStyle/>
        <a:p>
          <a:endParaRPr lang="en-IN"/>
        </a:p>
      </dgm:t>
    </dgm:pt>
    <dgm:pt modelId="{0580CA49-7F33-41AA-9AD1-CA7ECEB09811}">
      <dgm:prSet phldrT="[Text]" custT="1"/>
      <dgm:spPr/>
      <dgm:t>
        <a:bodyPr/>
        <a:lstStyle/>
        <a:p>
          <a:endParaRPr lang="en-IN" sz="2000" dirty="0">
            <a:solidFill>
              <a:srgbClr val="FF0000"/>
            </a:solidFill>
          </a:endParaRPr>
        </a:p>
        <a:p>
          <a:endParaRPr lang="en-IN" sz="2000" dirty="0">
            <a:solidFill>
              <a:srgbClr val="FF0000"/>
            </a:solidFill>
          </a:endParaRPr>
        </a:p>
        <a:p>
          <a:r>
            <a:rPr lang="en-IN" sz="2800" dirty="0">
              <a:solidFill>
                <a:srgbClr val="FF0000"/>
              </a:solidFill>
            </a:rPr>
            <a:t> </a:t>
          </a:r>
        </a:p>
        <a:p>
          <a:r>
            <a:rPr lang="en-IN" sz="2800" dirty="0">
              <a:solidFill>
                <a:srgbClr val="FF0000"/>
              </a:solidFill>
            </a:rPr>
            <a:t>              </a:t>
          </a:r>
          <a:r>
            <a:rPr lang="en-IN" sz="2000" dirty="0">
              <a:solidFill>
                <a:srgbClr val="FF0000"/>
              </a:solidFill>
            </a:rPr>
            <a:t>Rusting  of </a:t>
          </a:r>
          <a:r>
            <a:rPr lang="en-IN" sz="2000" dirty="0" err="1">
              <a:solidFill>
                <a:srgbClr val="FF0000"/>
              </a:solidFill>
            </a:rPr>
            <a:t>iron,conversion</a:t>
          </a:r>
          <a:r>
            <a:rPr lang="en-IN" sz="2000" dirty="0">
              <a:solidFill>
                <a:srgbClr val="FF0000"/>
              </a:solidFill>
            </a:rPr>
            <a:t> of graphite </a:t>
          </a:r>
        </a:p>
        <a:p>
          <a:r>
            <a:rPr lang="en-IN" sz="2000" dirty="0">
              <a:solidFill>
                <a:srgbClr val="FF0000"/>
              </a:solidFill>
            </a:rPr>
            <a:t>to </a:t>
          </a:r>
          <a:r>
            <a:rPr lang="en-IN" sz="2000" dirty="0" err="1">
              <a:solidFill>
                <a:srgbClr val="FF0000"/>
              </a:solidFill>
            </a:rPr>
            <a:t>diam</a:t>
          </a:r>
          <a:r>
            <a:rPr lang="en-IN" sz="2000" dirty="0">
              <a:solidFill>
                <a:srgbClr val="FF0000"/>
              </a:solidFill>
            </a:rPr>
            <a:t>        to diamond</a:t>
          </a:r>
          <a:endParaRPr lang="en-IN" sz="2000" dirty="0"/>
        </a:p>
      </dgm:t>
    </dgm:pt>
    <dgm:pt modelId="{0C419365-8B10-4FE1-9EFE-A838E9949C01}" type="parTrans" cxnId="{FAF80872-C9A7-4771-88C8-9BBA9FA0FBCA}">
      <dgm:prSet/>
      <dgm:spPr/>
      <dgm:t>
        <a:bodyPr/>
        <a:lstStyle/>
        <a:p>
          <a:endParaRPr lang="en-IN"/>
        </a:p>
      </dgm:t>
    </dgm:pt>
    <dgm:pt modelId="{D6C95F5F-21C0-46AD-BF52-FC146ECFC14D}" type="sibTrans" cxnId="{FAF80872-C9A7-4771-88C8-9BBA9FA0FBCA}">
      <dgm:prSet/>
      <dgm:spPr/>
      <dgm:t>
        <a:bodyPr/>
        <a:lstStyle/>
        <a:p>
          <a:endParaRPr lang="en-IN"/>
        </a:p>
      </dgm:t>
    </dgm:pt>
    <dgm:pt modelId="{150438E7-3405-4AD7-9CF5-BC3BD0C6D858}">
      <dgm:prSet phldrT="[Text]" phldr="1"/>
      <dgm:spPr/>
      <dgm:t>
        <a:bodyPr/>
        <a:lstStyle/>
        <a:p>
          <a:endParaRPr lang="en-IN" dirty="0"/>
        </a:p>
      </dgm:t>
    </dgm:pt>
    <dgm:pt modelId="{32AEB129-6A8B-4E23-9B86-C37FC2526886}" type="parTrans" cxnId="{CD0EB364-D7F6-46FF-A118-2B93DF261A97}">
      <dgm:prSet/>
      <dgm:spPr/>
      <dgm:t>
        <a:bodyPr/>
        <a:lstStyle/>
        <a:p>
          <a:endParaRPr lang="en-IN"/>
        </a:p>
      </dgm:t>
    </dgm:pt>
    <dgm:pt modelId="{0B8DB6EA-4006-486B-9A96-66329679E2B4}" type="sibTrans" cxnId="{CD0EB364-D7F6-46FF-A118-2B93DF261A97}">
      <dgm:prSet/>
      <dgm:spPr/>
      <dgm:t>
        <a:bodyPr/>
        <a:lstStyle/>
        <a:p>
          <a:endParaRPr lang="en-IN"/>
        </a:p>
      </dgm:t>
    </dgm:pt>
    <dgm:pt modelId="{DDC64155-2457-4F25-98C4-4DEA898159AA}">
      <dgm:prSet phldrT="[Text]"/>
      <dgm:spPr>
        <a:solidFill>
          <a:srgbClr val="7030A0"/>
        </a:solidFill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fast</a:t>
          </a:r>
        </a:p>
      </dgm:t>
    </dgm:pt>
    <dgm:pt modelId="{383E4F95-2020-49C6-9059-A72A9C5B2192}" type="parTrans" cxnId="{05CDA7A4-5131-45D3-9998-4E9DBB6CF523}">
      <dgm:prSet/>
      <dgm:spPr/>
      <dgm:t>
        <a:bodyPr/>
        <a:lstStyle/>
        <a:p>
          <a:endParaRPr lang="en-IN"/>
        </a:p>
      </dgm:t>
    </dgm:pt>
    <dgm:pt modelId="{32639AD5-EAAE-42AF-BE90-DC1947C59DDA}" type="sibTrans" cxnId="{05CDA7A4-5131-45D3-9998-4E9DBB6CF523}">
      <dgm:prSet/>
      <dgm:spPr/>
      <dgm:t>
        <a:bodyPr/>
        <a:lstStyle/>
        <a:p>
          <a:endParaRPr lang="en-IN"/>
        </a:p>
      </dgm:t>
    </dgm:pt>
    <dgm:pt modelId="{8C98EA2F-EDB0-4A2E-BD88-E107167D9A8E}">
      <dgm:prSet phldrT="[Text]" custT="1"/>
      <dgm:spPr/>
      <dgm:t>
        <a:bodyPr/>
        <a:lstStyle/>
        <a:p>
          <a:r>
            <a:rPr lang="en-IN" sz="2000" dirty="0">
              <a:solidFill>
                <a:srgbClr val="FF0000"/>
              </a:solidFill>
            </a:rPr>
            <a:t>Precipitation </a:t>
          </a:r>
          <a:r>
            <a:rPr lang="en-IN" sz="2000" dirty="0" err="1">
              <a:solidFill>
                <a:srgbClr val="FF0000"/>
              </a:solidFill>
            </a:rPr>
            <a:t>reaction,Neutralisation</a:t>
          </a:r>
          <a:r>
            <a:rPr lang="en-IN" sz="2000" dirty="0">
              <a:solidFill>
                <a:srgbClr val="FF0000"/>
              </a:solidFill>
            </a:rPr>
            <a:t>       reaction</a:t>
          </a:r>
        </a:p>
      </dgm:t>
    </dgm:pt>
    <dgm:pt modelId="{78390375-FD8B-43C3-946F-1EF70D544FB4}" type="parTrans" cxnId="{E2A9301F-6586-40A3-8CD8-09C997707B18}">
      <dgm:prSet/>
      <dgm:spPr/>
      <dgm:t>
        <a:bodyPr/>
        <a:lstStyle/>
        <a:p>
          <a:endParaRPr lang="en-IN"/>
        </a:p>
      </dgm:t>
    </dgm:pt>
    <dgm:pt modelId="{E7C0D473-60C6-4F11-A6A2-0AB32E796C6E}" type="sibTrans" cxnId="{E2A9301F-6586-40A3-8CD8-09C997707B18}">
      <dgm:prSet/>
      <dgm:spPr/>
      <dgm:t>
        <a:bodyPr/>
        <a:lstStyle/>
        <a:p>
          <a:endParaRPr lang="en-IN"/>
        </a:p>
      </dgm:t>
    </dgm:pt>
    <dgm:pt modelId="{F38481F9-927A-4A4C-B0AF-C7E21386E2C5}">
      <dgm:prSet phldrT="[Text]" phldr="1"/>
      <dgm:spPr/>
      <dgm:t>
        <a:bodyPr/>
        <a:lstStyle/>
        <a:p>
          <a:endParaRPr lang="en-IN"/>
        </a:p>
      </dgm:t>
    </dgm:pt>
    <dgm:pt modelId="{BFC65B64-0A52-4327-ADF5-BBF3DB40CDA5}" type="parTrans" cxnId="{CA1A0F10-DEDD-4CB8-901F-23E4BD9FF0C9}">
      <dgm:prSet/>
      <dgm:spPr/>
      <dgm:t>
        <a:bodyPr/>
        <a:lstStyle/>
        <a:p>
          <a:endParaRPr lang="en-IN"/>
        </a:p>
      </dgm:t>
    </dgm:pt>
    <dgm:pt modelId="{0B2C0324-2169-46A2-B699-0888DA9A5344}" type="sibTrans" cxnId="{CA1A0F10-DEDD-4CB8-901F-23E4BD9FF0C9}">
      <dgm:prSet/>
      <dgm:spPr/>
      <dgm:t>
        <a:bodyPr/>
        <a:lstStyle/>
        <a:p>
          <a:endParaRPr lang="en-IN"/>
        </a:p>
      </dgm:t>
    </dgm:pt>
    <dgm:pt modelId="{6BDCD2DA-F4F6-44E6-8053-C1AAE1D8AF49}">
      <dgm:prSet phldrT="[Text]"/>
      <dgm:spPr>
        <a:solidFill>
          <a:srgbClr val="00B0F0"/>
        </a:solidFill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moderate</a:t>
          </a:r>
        </a:p>
      </dgm:t>
    </dgm:pt>
    <dgm:pt modelId="{0EDCB97C-09AA-4E1B-ABD0-67B174C47CF5}" type="parTrans" cxnId="{641BA05F-955F-4D59-9BC3-FE65A686BDDD}">
      <dgm:prSet/>
      <dgm:spPr/>
      <dgm:t>
        <a:bodyPr/>
        <a:lstStyle/>
        <a:p>
          <a:endParaRPr lang="en-IN"/>
        </a:p>
      </dgm:t>
    </dgm:pt>
    <dgm:pt modelId="{DAF670EE-D43B-47CF-A801-83C8119BC7BF}" type="sibTrans" cxnId="{641BA05F-955F-4D59-9BC3-FE65A686BDDD}">
      <dgm:prSet/>
      <dgm:spPr/>
      <dgm:t>
        <a:bodyPr/>
        <a:lstStyle/>
        <a:p>
          <a:endParaRPr lang="en-IN"/>
        </a:p>
      </dgm:t>
    </dgm:pt>
    <dgm:pt modelId="{72BA0C6F-A370-45E2-A37B-1D197006B56B}">
      <dgm:prSet phldrT="[Text]" custT="1"/>
      <dgm:spPr/>
      <dgm:t>
        <a:bodyPr/>
        <a:lstStyle/>
        <a:p>
          <a:r>
            <a:rPr lang="en-IN" sz="2000" dirty="0">
              <a:solidFill>
                <a:srgbClr val="FF0000"/>
              </a:solidFill>
            </a:rPr>
            <a:t>Hydrolysis of cane </a:t>
          </a:r>
          <a:r>
            <a:rPr lang="en-IN" sz="2000" dirty="0" err="1">
              <a:solidFill>
                <a:srgbClr val="FF0000"/>
              </a:solidFill>
            </a:rPr>
            <a:t>sugar,decomposition</a:t>
          </a:r>
          <a:endParaRPr lang="en-IN" sz="2000" dirty="0">
            <a:solidFill>
              <a:srgbClr val="FF0000"/>
            </a:solidFill>
          </a:endParaRPr>
        </a:p>
        <a:p>
          <a:r>
            <a:rPr lang="en-IN" sz="2000" dirty="0">
              <a:solidFill>
                <a:srgbClr val="FF0000"/>
              </a:solidFill>
            </a:rPr>
            <a:t>Of hydrogen peroxide</a:t>
          </a:r>
        </a:p>
      </dgm:t>
    </dgm:pt>
    <dgm:pt modelId="{38958BB2-AFC4-4293-A9DF-B39DBAA13F5C}" type="parTrans" cxnId="{EA360C65-C4B9-4A7B-BFF3-328BBF2E69A4}">
      <dgm:prSet/>
      <dgm:spPr/>
      <dgm:t>
        <a:bodyPr/>
        <a:lstStyle/>
        <a:p>
          <a:endParaRPr lang="en-IN"/>
        </a:p>
      </dgm:t>
    </dgm:pt>
    <dgm:pt modelId="{20C2C90C-086F-4697-8013-C285E0E4B494}" type="sibTrans" cxnId="{EA360C65-C4B9-4A7B-BFF3-328BBF2E69A4}">
      <dgm:prSet/>
      <dgm:spPr/>
      <dgm:t>
        <a:bodyPr/>
        <a:lstStyle/>
        <a:p>
          <a:endParaRPr lang="en-IN"/>
        </a:p>
      </dgm:t>
    </dgm:pt>
    <dgm:pt modelId="{532098E6-6FD8-4912-971F-9B2979CEBE15}">
      <dgm:prSet phldrT="[Text]" phldr="1"/>
      <dgm:spPr/>
      <dgm:t>
        <a:bodyPr/>
        <a:lstStyle/>
        <a:p>
          <a:endParaRPr lang="en-IN"/>
        </a:p>
      </dgm:t>
    </dgm:pt>
    <dgm:pt modelId="{6752B866-54C8-4EA5-9077-4A8A0603C4D4}" type="parTrans" cxnId="{6AE32123-FF9A-45CF-8DD0-458B7D2E2F72}">
      <dgm:prSet/>
      <dgm:spPr/>
      <dgm:t>
        <a:bodyPr/>
        <a:lstStyle/>
        <a:p>
          <a:endParaRPr lang="en-IN"/>
        </a:p>
      </dgm:t>
    </dgm:pt>
    <dgm:pt modelId="{1E05808B-1E00-491A-BD70-52CE4D83B0ED}" type="sibTrans" cxnId="{6AE32123-FF9A-45CF-8DD0-458B7D2E2F72}">
      <dgm:prSet/>
      <dgm:spPr/>
      <dgm:t>
        <a:bodyPr/>
        <a:lstStyle/>
        <a:p>
          <a:endParaRPr lang="en-IN"/>
        </a:p>
      </dgm:t>
    </dgm:pt>
    <dgm:pt modelId="{1069F55B-1BEB-4B90-8231-8846583AC2B1}" type="pres">
      <dgm:prSet presAssocID="{7A12E254-690F-4252-B8B1-DE0EA053844C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DF951CB1-32A0-44D2-B007-1226358F1762}" type="pres">
      <dgm:prSet presAssocID="{7168F8B7-5578-4C43-9D5A-B0B2EE41D38C}" presName="composite" presStyleCnt="0"/>
      <dgm:spPr/>
    </dgm:pt>
    <dgm:pt modelId="{6770170D-50FD-4CC0-8332-F5E6712D5DFF}" type="pres">
      <dgm:prSet presAssocID="{7168F8B7-5578-4C43-9D5A-B0B2EE41D38C}" presName="FirstChild" presStyleLbl="revTx" presStyleIdx="0" presStyleCnt="6" custAng="0" custScaleX="135135" custLinFactNeighborX="16826" custLinFactNeighborY="-7457">
        <dgm:presLayoutVars>
          <dgm:chMax val="0"/>
          <dgm:chPref val="0"/>
          <dgm:bulletEnabled val="1"/>
        </dgm:presLayoutVars>
      </dgm:prSet>
      <dgm:spPr/>
    </dgm:pt>
    <dgm:pt modelId="{682405C5-04B3-451B-9BDB-4B79785D15AC}" type="pres">
      <dgm:prSet presAssocID="{7168F8B7-5578-4C43-9D5A-B0B2EE41D38C}" presName="Parent" presStyleLbl="alignNode1" presStyleIdx="0" presStyleCnt="3" custLinFactNeighborX="25000" custLinFactNeighborY="-111">
        <dgm:presLayoutVars>
          <dgm:chMax val="3"/>
          <dgm:chPref val="3"/>
          <dgm:bulletEnabled val="1"/>
        </dgm:presLayoutVars>
      </dgm:prSet>
      <dgm:spPr/>
    </dgm:pt>
    <dgm:pt modelId="{A24B1E48-B57C-4F68-8CE3-4D2CABC18CAD}" type="pres">
      <dgm:prSet presAssocID="{7168F8B7-5578-4C43-9D5A-B0B2EE41D38C}" presName="Accent" presStyleLbl="parChTrans1D1" presStyleIdx="0" presStyleCnt="3"/>
      <dgm:spPr/>
    </dgm:pt>
    <dgm:pt modelId="{B1FA75BC-5DD6-427A-A0FA-FB56B83BA31A}" type="pres">
      <dgm:prSet presAssocID="{7168F8B7-5578-4C43-9D5A-B0B2EE41D38C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E999AC3D-447F-4CCC-9FE1-68DCE7A9D625}" type="pres">
      <dgm:prSet presAssocID="{905E0708-4E33-4532-8326-424214D362A5}" presName="sibTrans" presStyleCnt="0"/>
      <dgm:spPr/>
    </dgm:pt>
    <dgm:pt modelId="{72797244-6056-406F-AA45-6F95712329A6}" type="pres">
      <dgm:prSet presAssocID="{DDC64155-2457-4F25-98C4-4DEA898159AA}" presName="composite" presStyleCnt="0"/>
      <dgm:spPr/>
    </dgm:pt>
    <dgm:pt modelId="{12063A7B-95BD-4A4F-9B6B-B6057DA5DCDB}" type="pres">
      <dgm:prSet presAssocID="{DDC64155-2457-4F25-98C4-4DEA898159AA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176B7942-4F7D-4303-A8B8-35853BA1F668}" type="pres">
      <dgm:prSet presAssocID="{DDC64155-2457-4F25-98C4-4DEA898159AA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2576EB7A-A8A4-4519-BC62-A19100326B6A}" type="pres">
      <dgm:prSet presAssocID="{DDC64155-2457-4F25-98C4-4DEA898159AA}" presName="Accent" presStyleLbl="parChTrans1D1" presStyleIdx="1" presStyleCnt="3"/>
      <dgm:spPr/>
    </dgm:pt>
    <dgm:pt modelId="{46949D1E-7A43-4331-8B50-2B112DBB245E}" type="pres">
      <dgm:prSet presAssocID="{DDC64155-2457-4F25-98C4-4DEA898159AA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E1E49637-23FF-47A3-8B51-53A72AC43016}" type="pres">
      <dgm:prSet presAssocID="{32639AD5-EAAE-42AF-BE90-DC1947C59DDA}" presName="sibTrans" presStyleCnt="0"/>
      <dgm:spPr/>
    </dgm:pt>
    <dgm:pt modelId="{ED732199-E859-4E1F-976E-B552AF32D919}" type="pres">
      <dgm:prSet presAssocID="{6BDCD2DA-F4F6-44E6-8053-C1AAE1D8AF49}" presName="composite" presStyleCnt="0"/>
      <dgm:spPr/>
    </dgm:pt>
    <dgm:pt modelId="{DDCC2EC5-AB66-48FE-B7D9-FCDDE84877F3}" type="pres">
      <dgm:prSet presAssocID="{6BDCD2DA-F4F6-44E6-8053-C1AAE1D8AF49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DD1F3C49-C42F-4DA7-A2B9-EC1F36E02039}" type="pres">
      <dgm:prSet presAssocID="{6BDCD2DA-F4F6-44E6-8053-C1AAE1D8AF49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3FC4AE6A-37F9-4AAD-85F6-DF9A289C8029}" type="pres">
      <dgm:prSet presAssocID="{6BDCD2DA-F4F6-44E6-8053-C1AAE1D8AF49}" presName="Accent" presStyleLbl="parChTrans1D1" presStyleIdx="2" presStyleCnt="3"/>
      <dgm:spPr/>
    </dgm:pt>
    <dgm:pt modelId="{1B705868-62DE-407A-B677-261034FB60E3}" type="pres">
      <dgm:prSet presAssocID="{6BDCD2DA-F4F6-44E6-8053-C1AAE1D8AF49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CA1A0F10-DEDD-4CB8-901F-23E4BD9FF0C9}" srcId="{DDC64155-2457-4F25-98C4-4DEA898159AA}" destId="{F38481F9-927A-4A4C-B0AF-C7E21386E2C5}" srcOrd="1" destOrd="0" parTransId="{BFC65B64-0A52-4327-ADF5-BBF3DB40CDA5}" sibTransId="{0B2C0324-2169-46A2-B699-0888DA9A5344}"/>
    <dgm:cxn modelId="{E2A9301F-6586-40A3-8CD8-09C997707B18}" srcId="{DDC64155-2457-4F25-98C4-4DEA898159AA}" destId="{8C98EA2F-EDB0-4A2E-BD88-E107167D9A8E}" srcOrd="0" destOrd="0" parTransId="{78390375-FD8B-43C3-946F-1EF70D544FB4}" sibTransId="{E7C0D473-60C6-4F11-A6A2-0AB32E796C6E}"/>
    <dgm:cxn modelId="{6AE32123-FF9A-45CF-8DD0-458B7D2E2F72}" srcId="{6BDCD2DA-F4F6-44E6-8053-C1AAE1D8AF49}" destId="{532098E6-6FD8-4912-971F-9B2979CEBE15}" srcOrd="1" destOrd="0" parTransId="{6752B866-54C8-4EA5-9077-4A8A0603C4D4}" sibTransId="{1E05808B-1E00-491A-BD70-52CE4D83B0ED}"/>
    <dgm:cxn modelId="{98894331-D83F-4B02-88EF-B4E12E003DE0}" type="presOf" srcId="{0580CA49-7F33-41AA-9AD1-CA7ECEB09811}" destId="{6770170D-50FD-4CC0-8332-F5E6712D5DFF}" srcOrd="0" destOrd="0" presId="urn:microsoft.com/office/officeart/2011/layout/TabList"/>
    <dgm:cxn modelId="{ECE0845E-A6A0-4568-BB9A-65D6CE8477F5}" srcId="{7A12E254-690F-4252-B8B1-DE0EA053844C}" destId="{7168F8B7-5578-4C43-9D5A-B0B2EE41D38C}" srcOrd="0" destOrd="0" parTransId="{E3CFA302-CE20-41DD-B6C4-D0673DF2BE8E}" sibTransId="{905E0708-4E33-4532-8326-424214D362A5}"/>
    <dgm:cxn modelId="{641BA05F-955F-4D59-9BC3-FE65A686BDDD}" srcId="{7A12E254-690F-4252-B8B1-DE0EA053844C}" destId="{6BDCD2DA-F4F6-44E6-8053-C1AAE1D8AF49}" srcOrd="2" destOrd="0" parTransId="{0EDCB97C-09AA-4E1B-ABD0-67B174C47CF5}" sibTransId="{DAF670EE-D43B-47CF-A801-83C8119BC7BF}"/>
    <dgm:cxn modelId="{CD0EB364-D7F6-46FF-A118-2B93DF261A97}" srcId="{7168F8B7-5578-4C43-9D5A-B0B2EE41D38C}" destId="{150438E7-3405-4AD7-9CF5-BC3BD0C6D858}" srcOrd="1" destOrd="0" parTransId="{32AEB129-6A8B-4E23-9B86-C37FC2526886}" sibTransId="{0B8DB6EA-4006-486B-9A96-66329679E2B4}"/>
    <dgm:cxn modelId="{E7BBD564-3E8B-4753-8621-C5C23A9B093B}" type="presOf" srcId="{72BA0C6F-A370-45E2-A37B-1D197006B56B}" destId="{DDCC2EC5-AB66-48FE-B7D9-FCDDE84877F3}" srcOrd="0" destOrd="0" presId="urn:microsoft.com/office/officeart/2011/layout/TabList"/>
    <dgm:cxn modelId="{EA360C65-C4B9-4A7B-BFF3-328BBF2E69A4}" srcId="{6BDCD2DA-F4F6-44E6-8053-C1AAE1D8AF49}" destId="{72BA0C6F-A370-45E2-A37B-1D197006B56B}" srcOrd="0" destOrd="0" parTransId="{38958BB2-AFC4-4293-A9DF-B39DBAA13F5C}" sibTransId="{20C2C90C-086F-4697-8013-C285E0E4B494}"/>
    <dgm:cxn modelId="{DB31C54E-6B33-485D-901E-651CF5A8FBC9}" type="presOf" srcId="{6BDCD2DA-F4F6-44E6-8053-C1AAE1D8AF49}" destId="{DD1F3C49-C42F-4DA7-A2B9-EC1F36E02039}" srcOrd="0" destOrd="0" presId="urn:microsoft.com/office/officeart/2011/layout/TabList"/>
    <dgm:cxn modelId="{FAF80872-C9A7-4771-88C8-9BBA9FA0FBCA}" srcId="{7168F8B7-5578-4C43-9D5A-B0B2EE41D38C}" destId="{0580CA49-7F33-41AA-9AD1-CA7ECEB09811}" srcOrd="0" destOrd="0" parTransId="{0C419365-8B10-4FE1-9EFE-A838E9949C01}" sibTransId="{D6C95F5F-21C0-46AD-BF52-FC146ECFC14D}"/>
    <dgm:cxn modelId="{370DE577-E775-46B7-BF08-7B9ECA31EBB6}" type="presOf" srcId="{DDC64155-2457-4F25-98C4-4DEA898159AA}" destId="{176B7942-4F7D-4303-A8B8-35853BA1F668}" srcOrd="0" destOrd="0" presId="urn:microsoft.com/office/officeart/2011/layout/TabList"/>
    <dgm:cxn modelId="{DBC13A7D-8108-4C99-BFAB-8AE100159C35}" type="presOf" srcId="{7168F8B7-5578-4C43-9D5A-B0B2EE41D38C}" destId="{682405C5-04B3-451B-9BDB-4B79785D15AC}" srcOrd="0" destOrd="0" presId="urn:microsoft.com/office/officeart/2011/layout/TabList"/>
    <dgm:cxn modelId="{47D3CA95-D09A-4EF3-8614-65DFEF3DA7C9}" type="presOf" srcId="{532098E6-6FD8-4912-971F-9B2979CEBE15}" destId="{1B705868-62DE-407A-B677-261034FB60E3}" srcOrd="0" destOrd="0" presId="urn:microsoft.com/office/officeart/2011/layout/TabList"/>
    <dgm:cxn modelId="{05CDA7A4-5131-45D3-9998-4E9DBB6CF523}" srcId="{7A12E254-690F-4252-B8B1-DE0EA053844C}" destId="{DDC64155-2457-4F25-98C4-4DEA898159AA}" srcOrd="1" destOrd="0" parTransId="{383E4F95-2020-49C6-9059-A72A9C5B2192}" sibTransId="{32639AD5-EAAE-42AF-BE90-DC1947C59DDA}"/>
    <dgm:cxn modelId="{92925BC5-6F77-4734-ACC5-FF1484D7EC0E}" type="presOf" srcId="{F38481F9-927A-4A4C-B0AF-C7E21386E2C5}" destId="{46949D1E-7A43-4331-8B50-2B112DBB245E}" srcOrd="0" destOrd="0" presId="urn:microsoft.com/office/officeart/2011/layout/TabList"/>
    <dgm:cxn modelId="{27ECBBD0-4E5B-4B3F-9294-21440D634809}" type="presOf" srcId="{7A12E254-690F-4252-B8B1-DE0EA053844C}" destId="{1069F55B-1BEB-4B90-8231-8846583AC2B1}" srcOrd="0" destOrd="0" presId="urn:microsoft.com/office/officeart/2011/layout/TabList"/>
    <dgm:cxn modelId="{00A1F7F3-8BB9-4E8A-81AA-E6558ED1702A}" type="presOf" srcId="{150438E7-3405-4AD7-9CF5-BC3BD0C6D858}" destId="{B1FA75BC-5DD6-427A-A0FA-FB56B83BA31A}" srcOrd="0" destOrd="0" presId="urn:microsoft.com/office/officeart/2011/layout/TabList"/>
    <dgm:cxn modelId="{1624FBFA-174F-4EF4-9EF7-B46C5385DE8A}" type="presOf" srcId="{8C98EA2F-EDB0-4A2E-BD88-E107167D9A8E}" destId="{12063A7B-95BD-4A4F-9B6B-B6057DA5DCDB}" srcOrd="0" destOrd="0" presId="urn:microsoft.com/office/officeart/2011/layout/TabList"/>
    <dgm:cxn modelId="{5F61C4C0-F34A-4C31-9142-A9EB911CFE07}" type="presParOf" srcId="{1069F55B-1BEB-4B90-8231-8846583AC2B1}" destId="{DF951CB1-32A0-44D2-B007-1226358F1762}" srcOrd="0" destOrd="0" presId="urn:microsoft.com/office/officeart/2011/layout/TabList"/>
    <dgm:cxn modelId="{1BE46421-DE9E-4B6E-A377-3C9F68B4F91D}" type="presParOf" srcId="{DF951CB1-32A0-44D2-B007-1226358F1762}" destId="{6770170D-50FD-4CC0-8332-F5E6712D5DFF}" srcOrd="0" destOrd="0" presId="urn:microsoft.com/office/officeart/2011/layout/TabList"/>
    <dgm:cxn modelId="{E0E93E70-CCAF-4254-80C3-F5F781DBEE49}" type="presParOf" srcId="{DF951CB1-32A0-44D2-B007-1226358F1762}" destId="{682405C5-04B3-451B-9BDB-4B79785D15AC}" srcOrd="1" destOrd="0" presId="urn:microsoft.com/office/officeart/2011/layout/TabList"/>
    <dgm:cxn modelId="{F0C960EA-CDF8-489F-8221-3185377273D2}" type="presParOf" srcId="{DF951CB1-32A0-44D2-B007-1226358F1762}" destId="{A24B1E48-B57C-4F68-8CE3-4D2CABC18CAD}" srcOrd="2" destOrd="0" presId="urn:microsoft.com/office/officeart/2011/layout/TabList"/>
    <dgm:cxn modelId="{17C75E8D-E885-4F5C-BDBF-6B065F938666}" type="presParOf" srcId="{1069F55B-1BEB-4B90-8231-8846583AC2B1}" destId="{B1FA75BC-5DD6-427A-A0FA-FB56B83BA31A}" srcOrd="1" destOrd="0" presId="urn:microsoft.com/office/officeart/2011/layout/TabList"/>
    <dgm:cxn modelId="{B305DD83-E0B5-44C4-B54F-25D2FB793C3E}" type="presParOf" srcId="{1069F55B-1BEB-4B90-8231-8846583AC2B1}" destId="{E999AC3D-447F-4CCC-9FE1-68DCE7A9D625}" srcOrd="2" destOrd="0" presId="urn:microsoft.com/office/officeart/2011/layout/TabList"/>
    <dgm:cxn modelId="{15C19E8F-0747-4CF5-9539-2290045CF102}" type="presParOf" srcId="{1069F55B-1BEB-4B90-8231-8846583AC2B1}" destId="{72797244-6056-406F-AA45-6F95712329A6}" srcOrd="3" destOrd="0" presId="urn:microsoft.com/office/officeart/2011/layout/TabList"/>
    <dgm:cxn modelId="{CA5AD916-F999-45D7-9B07-7AF71D61AC51}" type="presParOf" srcId="{72797244-6056-406F-AA45-6F95712329A6}" destId="{12063A7B-95BD-4A4F-9B6B-B6057DA5DCDB}" srcOrd="0" destOrd="0" presId="urn:microsoft.com/office/officeart/2011/layout/TabList"/>
    <dgm:cxn modelId="{63542B20-83A1-4A2F-ABA2-4A3E3855826F}" type="presParOf" srcId="{72797244-6056-406F-AA45-6F95712329A6}" destId="{176B7942-4F7D-4303-A8B8-35853BA1F668}" srcOrd="1" destOrd="0" presId="urn:microsoft.com/office/officeart/2011/layout/TabList"/>
    <dgm:cxn modelId="{9F559402-1C36-41EA-92D3-6BD375772586}" type="presParOf" srcId="{72797244-6056-406F-AA45-6F95712329A6}" destId="{2576EB7A-A8A4-4519-BC62-A19100326B6A}" srcOrd="2" destOrd="0" presId="urn:microsoft.com/office/officeart/2011/layout/TabList"/>
    <dgm:cxn modelId="{AD8107A2-2644-4673-9C0B-D95CFA542EBD}" type="presParOf" srcId="{1069F55B-1BEB-4B90-8231-8846583AC2B1}" destId="{46949D1E-7A43-4331-8B50-2B112DBB245E}" srcOrd="4" destOrd="0" presId="urn:microsoft.com/office/officeart/2011/layout/TabList"/>
    <dgm:cxn modelId="{C57B0FD2-E0B6-4E2F-876E-D1DA73F3BA11}" type="presParOf" srcId="{1069F55B-1BEB-4B90-8231-8846583AC2B1}" destId="{E1E49637-23FF-47A3-8B51-53A72AC43016}" srcOrd="5" destOrd="0" presId="urn:microsoft.com/office/officeart/2011/layout/TabList"/>
    <dgm:cxn modelId="{97524D21-4CFD-470F-B926-8EF060CF6364}" type="presParOf" srcId="{1069F55B-1BEB-4B90-8231-8846583AC2B1}" destId="{ED732199-E859-4E1F-976E-B552AF32D919}" srcOrd="6" destOrd="0" presId="urn:microsoft.com/office/officeart/2011/layout/TabList"/>
    <dgm:cxn modelId="{D7BA231F-9169-4B4E-9B93-07DB9CA5BF48}" type="presParOf" srcId="{ED732199-E859-4E1F-976E-B552AF32D919}" destId="{DDCC2EC5-AB66-48FE-B7D9-FCDDE84877F3}" srcOrd="0" destOrd="0" presId="urn:microsoft.com/office/officeart/2011/layout/TabList"/>
    <dgm:cxn modelId="{31091579-4E36-413D-9184-344365BF7C1E}" type="presParOf" srcId="{ED732199-E859-4E1F-976E-B552AF32D919}" destId="{DD1F3C49-C42F-4DA7-A2B9-EC1F36E02039}" srcOrd="1" destOrd="0" presId="urn:microsoft.com/office/officeart/2011/layout/TabList"/>
    <dgm:cxn modelId="{DFD6F7AB-5B5F-418B-86BB-1B1C79A3215C}" type="presParOf" srcId="{ED732199-E859-4E1F-976E-B552AF32D919}" destId="{3FC4AE6A-37F9-4AAD-85F6-DF9A289C8029}" srcOrd="2" destOrd="0" presId="urn:microsoft.com/office/officeart/2011/layout/TabList"/>
    <dgm:cxn modelId="{FC65D8B0-EAF9-4CFA-BED0-C2C68BAFD616}" type="presParOf" srcId="{1069F55B-1BEB-4B90-8231-8846583AC2B1}" destId="{1B705868-62DE-407A-B677-261034FB60E3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87CA7E-B189-4E0C-AEA1-E9421930F42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0036E2B-C8B8-41D4-AAC0-B9883A838CB2}">
      <dgm:prSet phldrT="[Text]" custT="1"/>
      <dgm:spPr>
        <a:solidFill>
          <a:srgbClr val="00FFFF"/>
        </a:solidFill>
      </dgm:spPr>
      <dgm:t>
        <a:bodyPr/>
        <a:lstStyle/>
        <a:p>
          <a:r>
            <a:rPr lang="en-IN" sz="2400" dirty="0">
              <a:solidFill>
                <a:srgbClr val="FF0000"/>
              </a:solidFill>
            </a:rPr>
            <a:t>Concentration</a:t>
          </a:r>
          <a:r>
            <a:rPr lang="en-IN" sz="2400" dirty="0"/>
            <a:t> </a:t>
          </a:r>
          <a:r>
            <a:rPr lang="en-IN" sz="2400" dirty="0">
              <a:solidFill>
                <a:srgbClr val="FF0000"/>
              </a:solidFill>
            </a:rPr>
            <a:t>as a function of time</a:t>
          </a:r>
        </a:p>
      </dgm:t>
    </dgm:pt>
    <dgm:pt modelId="{30DE93F0-E076-4BEA-ACFD-D0C46922DE3B}" type="parTrans" cxnId="{68B49C11-5902-4FE7-8542-D3FDBF571F50}">
      <dgm:prSet/>
      <dgm:spPr/>
      <dgm:t>
        <a:bodyPr/>
        <a:lstStyle/>
        <a:p>
          <a:endParaRPr lang="en-IN"/>
        </a:p>
      </dgm:t>
    </dgm:pt>
    <dgm:pt modelId="{9B43E151-E463-4FCC-83B4-E2BBC107CA4F}" type="sibTrans" cxnId="{68B49C11-5902-4FE7-8542-D3FDBF571F50}">
      <dgm:prSet/>
      <dgm:spPr/>
      <dgm:t>
        <a:bodyPr/>
        <a:lstStyle/>
        <a:p>
          <a:endParaRPr lang="en-IN"/>
        </a:p>
      </dgm:t>
    </dgm:pt>
    <dgm:pt modelId="{F32DDF5E-E3CF-4CD6-8845-0607D2D162C2}">
      <dgm:prSet phldrT="[Text]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IN" sz="2400" dirty="0">
              <a:solidFill>
                <a:srgbClr val="FF0000"/>
              </a:solidFill>
            </a:rPr>
            <a:t>Rate as a function of time and concentration</a:t>
          </a:r>
        </a:p>
      </dgm:t>
    </dgm:pt>
    <dgm:pt modelId="{D8102EAB-2449-480F-A748-94AD8F5490B2}" type="parTrans" cxnId="{C4FDA01E-5757-4FF1-9143-CB7563391CD2}">
      <dgm:prSet/>
      <dgm:spPr/>
      <dgm:t>
        <a:bodyPr/>
        <a:lstStyle/>
        <a:p>
          <a:endParaRPr lang="en-IN"/>
        </a:p>
      </dgm:t>
    </dgm:pt>
    <dgm:pt modelId="{19FEC1A8-10D4-4EE3-AD28-75905157EBA8}" type="sibTrans" cxnId="{C4FDA01E-5757-4FF1-9143-CB7563391CD2}">
      <dgm:prSet/>
      <dgm:spPr/>
      <dgm:t>
        <a:bodyPr/>
        <a:lstStyle/>
        <a:p>
          <a:endParaRPr lang="en-IN"/>
        </a:p>
      </dgm:t>
    </dgm:pt>
    <dgm:pt modelId="{60496665-6D8D-454E-B315-F90A9180A8CC}">
      <dgm:prSet phldrT="[Text]" custT="1"/>
      <dgm:spPr>
        <a:solidFill>
          <a:srgbClr val="92D050"/>
        </a:solidFill>
      </dgm:spPr>
      <dgm:t>
        <a:bodyPr/>
        <a:lstStyle/>
        <a:p>
          <a:r>
            <a:rPr lang="en-IN" sz="2400" dirty="0">
              <a:solidFill>
                <a:srgbClr val="FF0000"/>
              </a:solidFill>
            </a:rPr>
            <a:t>Factors affecting rate </a:t>
          </a:r>
        </a:p>
      </dgm:t>
    </dgm:pt>
    <dgm:pt modelId="{A0E2A36C-068C-4722-9547-4B9E62FB8B50}" type="parTrans" cxnId="{7E0D18F6-C288-4F82-917D-4B919E3DC3A5}">
      <dgm:prSet/>
      <dgm:spPr/>
      <dgm:t>
        <a:bodyPr/>
        <a:lstStyle/>
        <a:p>
          <a:endParaRPr lang="en-IN"/>
        </a:p>
      </dgm:t>
    </dgm:pt>
    <dgm:pt modelId="{D754F32C-5CE6-4B3A-A484-7CE27A075661}" type="sibTrans" cxnId="{7E0D18F6-C288-4F82-917D-4B919E3DC3A5}">
      <dgm:prSet/>
      <dgm:spPr/>
      <dgm:t>
        <a:bodyPr/>
        <a:lstStyle/>
        <a:p>
          <a:endParaRPr lang="en-IN"/>
        </a:p>
      </dgm:t>
    </dgm:pt>
    <dgm:pt modelId="{890BD5E5-6335-4178-AE40-EC629824F6C1}" type="pres">
      <dgm:prSet presAssocID="{E287CA7E-B189-4E0C-AEA1-E9421930F428}" presName="linear" presStyleCnt="0">
        <dgm:presLayoutVars>
          <dgm:dir/>
          <dgm:animLvl val="lvl"/>
          <dgm:resizeHandles val="exact"/>
        </dgm:presLayoutVars>
      </dgm:prSet>
      <dgm:spPr/>
    </dgm:pt>
    <dgm:pt modelId="{29948DBA-18C9-495E-8ED5-526DD0275AE1}" type="pres">
      <dgm:prSet presAssocID="{D0036E2B-C8B8-41D4-AAC0-B9883A838CB2}" presName="parentLin" presStyleCnt="0"/>
      <dgm:spPr/>
    </dgm:pt>
    <dgm:pt modelId="{5F035594-F76D-49FE-A38F-202EDB42D1EC}" type="pres">
      <dgm:prSet presAssocID="{D0036E2B-C8B8-41D4-AAC0-B9883A838CB2}" presName="parentLeftMargin" presStyleLbl="node1" presStyleIdx="0" presStyleCnt="3"/>
      <dgm:spPr/>
    </dgm:pt>
    <dgm:pt modelId="{A9B55326-3B0B-41BE-BE51-20233A9177DE}" type="pres">
      <dgm:prSet presAssocID="{D0036E2B-C8B8-41D4-AAC0-B9883A838CB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DE20ECA-63F8-4EA3-8DFF-AF729B49ADBF}" type="pres">
      <dgm:prSet presAssocID="{D0036E2B-C8B8-41D4-AAC0-B9883A838CB2}" presName="negativeSpace" presStyleCnt="0"/>
      <dgm:spPr/>
    </dgm:pt>
    <dgm:pt modelId="{93A8EE0C-7256-40B5-AA6C-0F7A44AFD966}" type="pres">
      <dgm:prSet presAssocID="{D0036E2B-C8B8-41D4-AAC0-B9883A838CB2}" presName="childText" presStyleLbl="conFgAcc1" presStyleIdx="0" presStyleCnt="3">
        <dgm:presLayoutVars>
          <dgm:bulletEnabled val="1"/>
        </dgm:presLayoutVars>
      </dgm:prSet>
      <dgm:spPr/>
    </dgm:pt>
    <dgm:pt modelId="{AF8A1607-F772-4325-AAFB-4DDC626DBF0D}" type="pres">
      <dgm:prSet presAssocID="{9B43E151-E463-4FCC-83B4-E2BBC107CA4F}" presName="spaceBetweenRectangles" presStyleCnt="0"/>
      <dgm:spPr/>
    </dgm:pt>
    <dgm:pt modelId="{C357D779-20A9-47C1-916A-CAFF5AD110FE}" type="pres">
      <dgm:prSet presAssocID="{F32DDF5E-E3CF-4CD6-8845-0607D2D162C2}" presName="parentLin" presStyleCnt="0"/>
      <dgm:spPr/>
    </dgm:pt>
    <dgm:pt modelId="{7FE94752-CBF4-49D1-ABB0-BDF26F0D8E5C}" type="pres">
      <dgm:prSet presAssocID="{F32DDF5E-E3CF-4CD6-8845-0607D2D162C2}" presName="parentLeftMargin" presStyleLbl="node1" presStyleIdx="0" presStyleCnt="3"/>
      <dgm:spPr/>
    </dgm:pt>
    <dgm:pt modelId="{5F1B2038-A9D2-4CCE-AD38-73FAF8F668BD}" type="pres">
      <dgm:prSet presAssocID="{F32DDF5E-E3CF-4CD6-8845-0607D2D162C2}" presName="parentText" presStyleLbl="node1" presStyleIdx="1" presStyleCnt="3" custLinFactNeighborY="-3299">
        <dgm:presLayoutVars>
          <dgm:chMax val="0"/>
          <dgm:bulletEnabled val="1"/>
        </dgm:presLayoutVars>
      </dgm:prSet>
      <dgm:spPr/>
    </dgm:pt>
    <dgm:pt modelId="{71A1D449-27AE-4B37-9CFF-1AA72C941C6B}" type="pres">
      <dgm:prSet presAssocID="{F32DDF5E-E3CF-4CD6-8845-0607D2D162C2}" presName="negativeSpace" presStyleCnt="0"/>
      <dgm:spPr/>
    </dgm:pt>
    <dgm:pt modelId="{EDD994D8-A091-4437-8801-8A0304A66A79}" type="pres">
      <dgm:prSet presAssocID="{F32DDF5E-E3CF-4CD6-8845-0607D2D162C2}" presName="childText" presStyleLbl="conFgAcc1" presStyleIdx="1" presStyleCnt="3">
        <dgm:presLayoutVars>
          <dgm:bulletEnabled val="1"/>
        </dgm:presLayoutVars>
      </dgm:prSet>
      <dgm:spPr/>
    </dgm:pt>
    <dgm:pt modelId="{5E466DA8-3DA1-4B3A-8D96-6BDA80242B04}" type="pres">
      <dgm:prSet presAssocID="{19FEC1A8-10D4-4EE3-AD28-75905157EBA8}" presName="spaceBetweenRectangles" presStyleCnt="0"/>
      <dgm:spPr/>
    </dgm:pt>
    <dgm:pt modelId="{2FA99BA4-5FAB-424F-A416-1E4601081ACB}" type="pres">
      <dgm:prSet presAssocID="{60496665-6D8D-454E-B315-F90A9180A8CC}" presName="parentLin" presStyleCnt="0"/>
      <dgm:spPr/>
    </dgm:pt>
    <dgm:pt modelId="{4B3915C0-AB65-4C93-9726-AA789AD480FF}" type="pres">
      <dgm:prSet presAssocID="{60496665-6D8D-454E-B315-F90A9180A8CC}" presName="parentLeftMargin" presStyleLbl="node1" presStyleIdx="1" presStyleCnt="3"/>
      <dgm:spPr/>
    </dgm:pt>
    <dgm:pt modelId="{9074BB9F-4378-404B-9745-976CF7DEF911}" type="pres">
      <dgm:prSet presAssocID="{60496665-6D8D-454E-B315-F90A9180A8C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C4DD4BB-9AE2-4426-A2E5-E2FDEC4687A7}" type="pres">
      <dgm:prSet presAssocID="{60496665-6D8D-454E-B315-F90A9180A8CC}" presName="negativeSpace" presStyleCnt="0"/>
      <dgm:spPr/>
    </dgm:pt>
    <dgm:pt modelId="{D8178F37-723D-4A58-8415-A2A1C093AEB5}" type="pres">
      <dgm:prSet presAssocID="{60496665-6D8D-454E-B315-F90A9180A8C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8B49C11-5902-4FE7-8542-D3FDBF571F50}" srcId="{E287CA7E-B189-4E0C-AEA1-E9421930F428}" destId="{D0036E2B-C8B8-41D4-AAC0-B9883A838CB2}" srcOrd="0" destOrd="0" parTransId="{30DE93F0-E076-4BEA-ACFD-D0C46922DE3B}" sibTransId="{9B43E151-E463-4FCC-83B4-E2BBC107CA4F}"/>
    <dgm:cxn modelId="{9794A81C-E782-43C3-8A3F-65A7A3B06972}" type="presOf" srcId="{D0036E2B-C8B8-41D4-AAC0-B9883A838CB2}" destId="{A9B55326-3B0B-41BE-BE51-20233A9177DE}" srcOrd="1" destOrd="0" presId="urn:microsoft.com/office/officeart/2005/8/layout/list1"/>
    <dgm:cxn modelId="{C4FDA01E-5757-4FF1-9143-CB7563391CD2}" srcId="{E287CA7E-B189-4E0C-AEA1-E9421930F428}" destId="{F32DDF5E-E3CF-4CD6-8845-0607D2D162C2}" srcOrd="1" destOrd="0" parTransId="{D8102EAB-2449-480F-A748-94AD8F5490B2}" sibTransId="{19FEC1A8-10D4-4EE3-AD28-75905157EBA8}"/>
    <dgm:cxn modelId="{74486C32-EC98-42E7-9C56-06995AB629AC}" type="presOf" srcId="{60496665-6D8D-454E-B315-F90A9180A8CC}" destId="{4B3915C0-AB65-4C93-9726-AA789AD480FF}" srcOrd="0" destOrd="0" presId="urn:microsoft.com/office/officeart/2005/8/layout/list1"/>
    <dgm:cxn modelId="{B7738D62-5BA8-46F8-B18B-D0BCA2FBA3D9}" type="presOf" srcId="{60496665-6D8D-454E-B315-F90A9180A8CC}" destId="{9074BB9F-4378-404B-9745-976CF7DEF911}" srcOrd="1" destOrd="0" presId="urn:microsoft.com/office/officeart/2005/8/layout/list1"/>
    <dgm:cxn modelId="{D2657667-D56D-4ADA-ACE8-5AFA71484202}" type="presOf" srcId="{F32DDF5E-E3CF-4CD6-8845-0607D2D162C2}" destId="{7FE94752-CBF4-49D1-ABB0-BDF26F0D8E5C}" srcOrd="0" destOrd="0" presId="urn:microsoft.com/office/officeart/2005/8/layout/list1"/>
    <dgm:cxn modelId="{C30C7777-8D3A-484A-B6A1-BA14E60B742D}" type="presOf" srcId="{D0036E2B-C8B8-41D4-AAC0-B9883A838CB2}" destId="{5F035594-F76D-49FE-A38F-202EDB42D1EC}" srcOrd="0" destOrd="0" presId="urn:microsoft.com/office/officeart/2005/8/layout/list1"/>
    <dgm:cxn modelId="{8253435A-0869-4197-8012-5EA1DB3D813F}" type="presOf" srcId="{F32DDF5E-E3CF-4CD6-8845-0607D2D162C2}" destId="{5F1B2038-A9D2-4CCE-AD38-73FAF8F668BD}" srcOrd="1" destOrd="0" presId="urn:microsoft.com/office/officeart/2005/8/layout/list1"/>
    <dgm:cxn modelId="{1F8B93D2-E536-461E-85A5-7933DA1D7F04}" type="presOf" srcId="{E287CA7E-B189-4E0C-AEA1-E9421930F428}" destId="{890BD5E5-6335-4178-AE40-EC629824F6C1}" srcOrd="0" destOrd="0" presId="urn:microsoft.com/office/officeart/2005/8/layout/list1"/>
    <dgm:cxn modelId="{7E0D18F6-C288-4F82-917D-4B919E3DC3A5}" srcId="{E287CA7E-B189-4E0C-AEA1-E9421930F428}" destId="{60496665-6D8D-454E-B315-F90A9180A8CC}" srcOrd="2" destOrd="0" parTransId="{A0E2A36C-068C-4722-9547-4B9E62FB8B50}" sibTransId="{D754F32C-5CE6-4B3A-A484-7CE27A075661}"/>
    <dgm:cxn modelId="{DE62042D-9032-4C4D-BC40-1D56FC66362E}" type="presParOf" srcId="{890BD5E5-6335-4178-AE40-EC629824F6C1}" destId="{29948DBA-18C9-495E-8ED5-526DD0275AE1}" srcOrd="0" destOrd="0" presId="urn:microsoft.com/office/officeart/2005/8/layout/list1"/>
    <dgm:cxn modelId="{F48C1A0E-BC0B-43D7-A17A-9E931567985F}" type="presParOf" srcId="{29948DBA-18C9-495E-8ED5-526DD0275AE1}" destId="{5F035594-F76D-49FE-A38F-202EDB42D1EC}" srcOrd="0" destOrd="0" presId="urn:microsoft.com/office/officeart/2005/8/layout/list1"/>
    <dgm:cxn modelId="{BADAEFBF-D023-4BA6-A87B-77488EBA255F}" type="presParOf" srcId="{29948DBA-18C9-495E-8ED5-526DD0275AE1}" destId="{A9B55326-3B0B-41BE-BE51-20233A9177DE}" srcOrd="1" destOrd="0" presId="urn:microsoft.com/office/officeart/2005/8/layout/list1"/>
    <dgm:cxn modelId="{D2A21949-7166-468A-9E3F-A361D9C20041}" type="presParOf" srcId="{890BD5E5-6335-4178-AE40-EC629824F6C1}" destId="{7DE20ECA-63F8-4EA3-8DFF-AF729B49ADBF}" srcOrd="1" destOrd="0" presId="urn:microsoft.com/office/officeart/2005/8/layout/list1"/>
    <dgm:cxn modelId="{CF38FD10-DA23-4A11-B2AA-ADEC61A11787}" type="presParOf" srcId="{890BD5E5-6335-4178-AE40-EC629824F6C1}" destId="{93A8EE0C-7256-40B5-AA6C-0F7A44AFD966}" srcOrd="2" destOrd="0" presId="urn:microsoft.com/office/officeart/2005/8/layout/list1"/>
    <dgm:cxn modelId="{AEF3AC62-6414-4088-BDFB-DD1E5E9EAE42}" type="presParOf" srcId="{890BD5E5-6335-4178-AE40-EC629824F6C1}" destId="{AF8A1607-F772-4325-AAFB-4DDC626DBF0D}" srcOrd="3" destOrd="0" presId="urn:microsoft.com/office/officeart/2005/8/layout/list1"/>
    <dgm:cxn modelId="{E740E41C-28B3-48BC-8438-03BEF9462A20}" type="presParOf" srcId="{890BD5E5-6335-4178-AE40-EC629824F6C1}" destId="{C357D779-20A9-47C1-916A-CAFF5AD110FE}" srcOrd="4" destOrd="0" presId="urn:microsoft.com/office/officeart/2005/8/layout/list1"/>
    <dgm:cxn modelId="{5BEEBE2E-1018-4B6B-AF12-FEE1931DBEBF}" type="presParOf" srcId="{C357D779-20A9-47C1-916A-CAFF5AD110FE}" destId="{7FE94752-CBF4-49D1-ABB0-BDF26F0D8E5C}" srcOrd="0" destOrd="0" presId="urn:microsoft.com/office/officeart/2005/8/layout/list1"/>
    <dgm:cxn modelId="{696B0607-A31F-4AB2-943B-276404285359}" type="presParOf" srcId="{C357D779-20A9-47C1-916A-CAFF5AD110FE}" destId="{5F1B2038-A9D2-4CCE-AD38-73FAF8F668BD}" srcOrd="1" destOrd="0" presId="urn:microsoft.com/office/officeart/2005/8/layout/list1"/>
    <dgm:cxn modelId="{07F66441-6F3B-4ACF-B248-84C6371138F8}" type="presParOf" srcId="{890BD5E5-6335-4178-AE40-EC629824F6C1}" destId="{71A1D449-27AE-4B37-9CFF-1AA72C941C6B}" srcOrd="5" destOrd="0" presId="urn:microsoft.com/office/officeart/2005/8/layout/list1"/>
    <dgm:cxn modelId="{3A61914F-ACA2-44C1-8BF0-58F013F1FD6D}" type="presParOf" srcId="{890BD5E5-6335-4178-AE40-EC629824F6C1}" destId="{EDD994D8-A091-4437-8801-8A0304A66A79}" srcOrd="6" destOrd="0" presId="urn:microsoft.com/office/officeart/2005/8/layout/list1"/>
    <dgm:cxn modelId="{0A5084B8-4A75-463B-94C2-7D1D32AFD9D8}" type="presParOf" srcId="{890BD5E5-6335-4178-AE40-EC629824F6C1}" destId="{5E466DA8-3DA1-4B3A-8D96-6BDA80242B04}" srcOrd="7" destOrd="0" presId="urn:microsoft.com/office/officeart/2005/8/layout/list1"/>
    <dgm:cxn modelId="{84639212-FC2C-4CA1-9D94-41FF65F6E477}" type="presParOf" srcId="{890BD5E5-6335-4178-AE40-EC629824F6C1}" destId="{2FA99BA4-5FAB-424F-A416-1E4601081ACB}" srcOrd="8" destOrd="0" presId="urn:microsoft.com/office/officeart/2005/8/layout/list1"/>
    <dgm:cxn modelId="{9594747F-2D18-4C67-91DD-0CCF780C991E}" type="presParOf" srcId="{2FA99BA4-5FAB-424F-A416-1E4601081ACB}" destId="{4B3915C0-AB65-4C93-9726-AA789AD480FF}" srcOrd="0" destOrd="0" presId="urn:microsoft.com/office/officeart/2005/8/layout/list1"/>
    <dgm:cxn modelId="{96416F3E-430D-4FAE-8FE4-793AE76C48EF}" type="presParOf" srcId="{2FA99BA4-5FAB-424F-A416-1E4601081ACB}" destId="{9074BB9F-4378-404B-9745-976CF7DEF911}" srcOrd="1" destOrd="0" presId="urn:microsoft.com/office/officeart/2005/8/layout/list1"/>
    <dgm:cxn modelId="{B373765E-9438-4667-B346-EC03DE14DFF0}" type="presParOf" srcId="{890BD5E5-6335-4178-AE40-EC629824F6C1}" destId="{2C4DD4BB-9AE2-4426-A2E5-E2FDEC4687A7}" srcOrd="9" destOrd="0" presId="urn:microsoft.com/office/officeart/2005/8/layout/list1"/>
    <dgm:cxn modelId="{C8F4D860-5F4D-481A-88F3-B654D7312D74}" type="presParOf" srcId="{890BD5E5-6335-4178-AE40-EC629824F6C1}" destId="{D8178F37-723D-4A58-8415-A2A1C093AEB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266C-6FF3-4C98-AA5D-09A5EE704946}">
      <dsp:nvSpPr>
        <dsp:cNvPr id="0" name=""/>
        <dsp:cNvSpPr/>
      </dsp:nvSpPr>
      <dsp:spPr>
        <a:xfrm>
          <a:off x="0" y="390075"/>
          <a:ext cx="5300709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423379-EAC2-4BC9-9B3D-D8633A94B5AC}">
      <dsp:nvSpPr>
        <dsp:cNvPr id="0" name=""/>
        <dsp:cNvSpPr/>
      </dsp:nvSpPr>
      <dsp:spPr>
        <a:xfrm>
          <a:off x="265035" y="21075"/>
          <a:ext cx="3710496" cy="738000"/>
        </a:xfrm>
        <a:prstGeom prst="roundRect">
          <a:avLst/>
        </a:prstGeom>
        <a:solidFill>
          <a:srgbClr val="00B050"/>
        </a:solidFill>
        <a:ln w="19050" cap="rnd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48" tIns="0" rIns="14024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>
              <a:solidFill>
                <a:schemeClr val="tx2"/>
              </a:solidFill>
            </a:rPr>
            <a:t>Thermodynamics</a:t>
          </a:r>
        </a:p>
      </dsp:txBody>
      <dsp:txXfrm>
        <a:off x="301061" y="57101"/>
        <a:ext cx="3638444" cy="665948"/>
      </dsp:txXfrm>
    </dsp:sp>
    <dsp:sp modelId="{87A91EEF-F4FE-4AAD-A33B-9CE5AE40A9F2}">
      <dsp:nvSpPr>
        <dsp:cNvPr id="0" name=""/>
        <dsp:cNvSpPr/>
      </dsp:nvSpPr>
      <dsp:spPr>
        <a:xfrm>
          <a:off x="0" y="1524075"/>
          <a:ext cx="5300709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-455917"/>
              <a:satOff val="-2303"/>
              <a:lumOff val="-32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01BA4-AD02-4081-864C-AD6D3D11A80D}">
      <dsp:nvSpPr>
        <dsp:cNvPr id="0" name=""/>
        <dsp:cNvSpPr/>
      </dsp:nvSpPr>
      <dsp:spPr>
        <a:xfrm>
          <a:off x="265035" y="1155075"/>
          <a:ext cx="3710496" cy="738000"/>
        </a:xfrm>
        <a:prstGeom prst="roundRect">
          <a:avLst/>
        </a:prstGeom>
        <a:solidFill>
          <a:srgbClr val="FFC000"/>
        </a:solidFill>
        <a:ln w="19050" cap="rnd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48" tIns="0" rIns="14024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>
              <a:solidFill>
                <a:schemeClr val="tx2"/>
              </a:solidFill>
            </a:rPr>
            <a:t>Equilibrium</a:t>
          </a:r>
        </a:p>
      </dsp:txBody>
      <dsp:txXfrm>
        <a:off x="301061" y="1191101"/>
        <a:ext cx="3638444" cy="665948"/>
      </dsp:txXfrm>
    </dsp:sp>
    <dsp:sp modelId="{64786ED2-3DE2-47F9-93B7-3DB187E0F918}">
      <dsp:nvSpPr>
        <dsp:cNvPr id="0" name=""/>
        <dsp:cNvSpPr/>
      </dsp:nvSpPr>
      <dsp:spPr>
        <a:xfrm>
          <a:off x="0" y="2658076"/>
          <a:ext cx="5300709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-911834"/>
              <a:satOff val="-4605"/>
              <a:lumOff val="-6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2659D-26E6-402A-AD18-F9196FF8ED2E}">
      <dsp:nvSpPr>
        <dsp:cNvPr id="0" name=""/>
        <dsp:cNvSpPr/>
      </dsp:nvSpPr>
      <dsp:spPr>
        <a:xfrm>
          <a:off x="265035" y="2289075"/>
          <a:ext cx="3710496" cy="738000"/>
        </a:xfrm>
        <a:prstGeom prst="roundRect">
          <a:avLst/>
        </a:prstGeom>
        <a:solidFill>
          <a:srgbClr val="00FFFF"/>
        </a:solidFill>
        <a:ln w="19050" cap="rnd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48" tIns="0" rIns="14024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>
              <a:solidFill>
                <a:schemeClr val="tx2"/>
              </a:solidFill>
            </a:rPr>
            <a:t>Kinetics</a:t>
          </a:r>
        </a:p>
      </dsp:txBody>
      <dsp:txXfrm>
        <a:off x="301061" y="2325101"/>
        <a:ext cx="3638444" cy="665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C4AE6A-37F9-4AAD-85F6-DF9A289C8029}">
      <dsp:nvSpPr>
        <dsp:cNvPr id="0" name=""/>
        <dsp:cNvSpPr/>
      </dsp:nvSpPr>
      <dsp:spPr>
        <a:xfrm>
          <a:off x="0" y="3363015"/>
          <a:ext cx="6209930" cy="0"/>
        </a:xfrm>
        <a:prstGeom prst="line">
          <a:avLst/>
        </a:prstGeom>
        <a:noFill/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76EB7A-A8A4-4519-BC62-A19100326B6A}">
      <dsp:nvSpPr>
        <dsp:cNvPr id="0" name=""/>
        <dsp:cNvSpPr/>
      </dsp:nvSpPr>
      <dsp:spPr>
        <a:xfrm>
          <a:off x="0" y="1918547"/>
          <a:ext cx="6209930" cy="0"/>
        </a:xfrm>
        <a:prstGeom prst="line">
          <a:avLst/>
        </a:prstGeom>
        <a:noFill/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4B1E48-B57C-4F68-8CE3-4D2CABC18CAD}">
      <dsp:nvSpPr>
        <dsp:cNvPr id="0" name=""/>
        <dsp:cNvSpPr/>
      </dsp:nvSpPr>
      <dsp:spPr>
        <a:xfrm>
          <a:off x="-403643" y="474078"/>
          <a:ext cx="6209930" cy="0"/>
        </a:xfrm>
        <a:prstGeom prst="line">
          <a:avLst/>
        </a:prstGeom>
        <a:noFill/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70170D-50FD-4CC0-8332-F5E6712D5DFF}">
      <dsp:nvSpPr>
        <dsp:cNvPr id="0" name=""/>
        <dsp:cNvSpPr/>
      </dsp:nvSpPr>
      <dsp:spPr>
        <a:xfrm>
          <a:off x="403650" y="0"/>
          <a:ext cx="6209923" cy="473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>
            <a:solidFill>
              <a:srgbClr val="FF0000"/>
            </a:solidFill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>
            <a:solidFill>
              <a:srgbClr val="FF0000"/>
            </a:solidFill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0000"/>
              </a:solidFill>
            </a:rPr>
            <a:t>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0000"/>
              </a:solidFill>
            </a:rPr>
            <a:t>              </a:t>
          </a:r>
          <a:r>
            <a:rPr lang="en-IN" sz="2000" kern="1200" dirty="0">
              <a:solidFill>
                <a:srgbClr val="FF0000"/>
              </a:solidFill>
            </a:rPr>
            <a:t>Rusting  of </a:t>
          </a:r>
          <a:r>
            <a:rPr lang="en-IN" sz="2000" kern="1200" dirty="0" err="1">
              <a:solidFill>
                <a:srgbClr val="FF0000"/>
              </a:solidFill>
            </a:rPr>
            <a:t>iron,conversion</a:t>
          </a:r>
          <a:r>
            <a:rPr lang="en-IN" sz="2000" kern="1200" dirty="0">
              <a:solidFill>
                <a:srgbClr val="FF0000"/>
              </a:solidFill>
            </a:rPr>
            <a:t> of graphite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rgbClr val="FF0000"/>
              </a:solidFill>
            </a:rPr>
            <a:t>to </a:t>
          </a:r>
          <a:r>
            <a:rPr lang="en-IN" sz="2000" kern="1200" dirty="0" err="1">
              <a:solidFill>
                <a:srgbClr val="FF0000"/>
              </a:solidFill>
            </a:rPr>
            <a:t>diam</a:t>
          </a:r>
          <a:r>
            <a:rPr lang="en-IN" sz="2000" kern="1200" dirty="0">
              <a:solidFill>
                <a:srgbClr val="FF0000"/>
              </a:solidFill>
            </a:rPr>
            <a:t>        to diamond</a:t>
          </a:r>
          <a:endParaRPr lang="en-IN" sz="2000" kern="1200" dirty="0"/>
        </a:p>
      </dsp:txBody>
      <dsp:txXfrm>
        <a:off x="403650" y="0"/>
        <a:ext cx="6209923" cy="473549"/>
      </dsp:txXfrm>
    </dsp:sp>
    <dsp:sp modelId="{682405C5-04B3-451B-9BDB-4B79785D15AC}">
      <dsp:nvSpPr>
        <dsp:cNvPr id="0" name=""/>
        <dsp:cNvSpPr/>
      </dsp:nvSpPr>
      <dsp:spPr>
        <a:xfrm>
          <a:off x="1" y="2"/>
          <a:ext cx="1614581" cy="473549"/>
        </a:xfrm>
        <a:prstGeom prst="round2SameRect">
          <a:avLst>
            <a:gd name="adj1" fmla="val 16670"/>
            <a:gd name="adj2" fmla="val 0"/>
          </a:avLst>
        </a:prstGeom>
        <a:solidFill>
          <a:srgbClr val="FFFF00"/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>
              <a:solidFill>
                <a:srgbClr val="002060"/>
              </a:solidFill>
            </a:rPr>
            <a:t>slow</a:t>
          </a:r>
        </a:p>
      </dsp:txBody>
      <dsp:txXfrm>
        <a:off x="23122" y="23123"/>
        <a:ext cx="1568339" cy="450428"/>
      </dsp:txXfrm>
    </dsp:sp>
    <dsp:sp modelId="{B1FA75BC-5DD6-427A-A0FA-FB56B83BA31A}">
      <dsp:nvSpPr>
        <dsp:cNvPr id="0" name=""/>
        <dsp:cNvSpPr/>
      </dsp:nvSpPr>
      <dsp:spPr>
        <a:xfrm>
          <a:off x="0" y="474078"/>
          <a:ext cx="6209930" cy="947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kern="1200" dirty="0"/>
        </a:p>
      </dsp:txBody>
      <dsp:txXfrm>
        <a:off x="0" y="474078"/>
        <a:ext cx="6209930" cy="947241"/>
      </dsp:txXfrm>
    </dsp:sp>
    <dsp:sp modelId="{12063A7B-95BD-4A4F-9B6B-B6057DA5DCDB}">
      <dsp:nvSpPr>
        <dsp:cNvPr id="0" name=""/>
        <dsp:cNvSpPr/>
      </dsp:nvSpPr>
      <dsp:spPr>
        <a:xfrm>
          <a:off x="1614581" y="1444997"/>
          <a:ext cx="4595348" cy="473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rgbClr val="FF0000"/>
              </a:solidFill>
            </a:rPr>
            <a:t>Precipitation </a:t>
          </a:r>
          <a:r>
            <a:rPr lang="en-IN" sz="2000" kern="1200" dirty="0" err="1">
              <a:solidFill>
                <a:srgbClr val="FF0000"/>
              </a:solidFill>
            </a:rPr>
            <a:t>reaction,Neutralisation</a:t>
          </a:r>
          <a:r>
            <a:rPr lang="en-IN" sz="2000" kern="1200" dirty="0">
              <a:solidFill>
                <a:srgbClr val="FF0000"/>
              </a:solidFill>
            </a:rPr>
            <a:t>       reaction</a:t>
          </a:r>
        </a:p>
      </dsp:txBody>
      <dsp:txXfrm>
        <a:off x="1614581" y="1444997"/>
        <a:ext cx="4595348" cy="473549"/>
      </dsp:txXfrm>
    </dsp:sp>
    <dsp:sp modelId="{176B7942-4F7D-4303-A8B8-35853BA1F668}">
      <dsp:nvSpPr>
        <dsp:cNvPr id="0" name=""/>
        <dsp:cNvSpPr/>
      </dsp:nvSpPr>
      <dsp:spPr>
        <a:xfrm>
          <a:off x="0" y="1444997"/>
          <a:ext cx="1614581" cy="473549"/>
        </a:xfrm>
        <a:prstGeom prst="round2SameRect">
          <a:avLst>
            <a:gd name="adj1" fmla="val 16670"/>
            <a:gd name="adj2" fmla="val 0"/>
          </a:avLst>
        </a:prstGeom>
        <a:solidFill>
          <a:srgbClr val="7030A0"/>
        </a:solidFill>
        <a:ln w="19050" cap="rnd" cmpd="sng" algn="ctr">
          <a:solidFill>
            <a:schemeClr val="accent2">
              <a:hueOff val="-1482143"/>
              <a:satOff val="7100"/>
              <a:lumOff val="6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>
              <a:solidFill>
                <a:schemeClr val="tx1"/>
              </a:solidFill>
            </a:rPr>
            <a:t>fast</a:t>
          </a:r>
        </a:p>
      </dsp:txBody>
      <dsp:txXfrm>
        <a:off x="23121" y="1468118"/>
        <a:ext cx="1568339" cy="450428"/>
      </dsp:txXfrm>
    </dsp:sp>
    <dsp:sp modelId="{46949D1E-7A43-4331-8B50-2B112DBB245E}">
      <dsp:nvSpPr>
        <dsp:cNvPr id="0" name=""/>
        <dsp:cNvSpPr/>
      </dsp:nvSpPr>
      <dsp:spPr>
        <a:xfrm>
          <a:off x="0" y="1918547"/>
          <a:ext cx="6209930" cy="947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kern="1200"/>
        </a:p>
      </dsp:txBody>
      <dsp:txXfrm>
        <a:off x="0" y="1918547"/>
        <a:ext cx="6209930" cy="947241"/>
      </dsp:txXfrm>
    </dsp:sp>
    <dsp:sp modelId="{DDCC2EC5-AB66-48FE-B7D9-FCDDE84877F3}">
      <dsp:nvSpPr>
        <dsp:cNvPr id="0" name=""/>
        <dsp:cNvSpPr/>
      </dsp:nvSpPr>
      <dsp:spPr>
        <a:xfrm>
          <a:off x="1614581" y="2889466"/>
          <a:ext cx="4595348" cy="473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rgbClr val="FF0000"/>
              </a:solidFill>
            </a:rPr>
            <a:t>Hydrolysis of cane </a:t>
          </a:r>
          <a:r>
            <a:rPr lang="en-IN" sz="2000" kern="1200" dirty="0" err="1">
              <a:solidFill>
                <a:srgbClr val="FF0000"/>
              </a:solidFill>
            </a:rPr>
            <a:t>sugar,decomposition</a:t>
          </a:r>
          <a:endParaRPr lang="en-IN" sz="2000" kern="1200" dirty="0">
            <a:solidFill>
              <a:srgbClr val="FF0000"/>
            </a:solidFill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rgbClr val="FF0000"/>
              </a:solidFill>
            </a:rPr>
            <a:t>Of hydrogen peroxide</a:t>
          </a:r>
        </a:p>
      </dsp:txBody>
      <dsp:txXfrm>
        <a:off x="1614581" y="2889466"/>
        <a:ext cx="4595348" cy="473549"/>
      </dsp:txXfrm>
    </dsp:sp>
    <dsp:sp modelId="{DD1F3C49-C42F-4DA7-A2B9-EC1F36E02039}">
      <dsp:nvSpPr>
        <dsp:cNvPr id="0" name=""/>
        <dsp:cNvSpPr/>
      </dsp:nvSpPr>
      <dsp:spPr>
        <a:xfrm>
          <a:off x="0" y="2889466"/>
          <a:ext cx="1614581" cy="473549"/>
        </a:xfrm>
        <a:prstGeom prst="round2SameRect">
          <a:avLst>
            <a:gd name="adj1" fmla="val 16670"/>
            <a:gd name="adj2" fmla="val 0"/>
          </a:avLst>
        </a:prstGeom>
        <a:solidFill>
          <a:srgbClr val="00B0F0"/>
        </a:solidFill>
        <a:ln w="1905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>
              <a:solidFill>
                <a:schemeClr val="tx1"/>
              </a:solidFill>
            </a:rPr>
            <a:t>moderate</a:t>
          </a:r>
        </a:p>
      </dsp:txBody>
      <dsp:txXfrm>
        <a:off x="23121" y="2912587"/>
        <a:ext cx="1568339" cy="450428"/>
      </dsp:txXfrm>
    </dsp:sp>
    <dsp:sp modelId="{1B705868-62DE-407A-B677-261034FB60E3}">
      <dsp:nvSpPr>
        <dsp:cNvPr id="0" name=""/>
        <dsp:cNvSpPr/>
      </dsp:nvSpPr>
      <dsp:spPr>
        <a:xfrm>
          <a:off x="0" y="3363015"/>
          <a:ext cx="6209930" cy="947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kern="1200"/>
        </a:p>
      </dsp:txBody>
      <dsp:txXfrm>
        <a:off x="0" y="3363015"/>
        <a:ext cx="6209930" cy="9472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8EE0C-7256-40B5-AA6C-0F7A44AFD966}">
      <dsp:nvSpPr>
        <dsp:cNvPr id="0" name=""/>
        <dsp:cNvSpPr/>
      </dsp:nvSpPr>
      <dsp:spPr>
        <a:xfrm>
          <a:off x="0" y="496240"/>
          <a:ext cx="60960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B55326-3B0B-41BE-BE51-20233A9177DE}">
      <dsp:nvSpPr>
        <dsp:cNvPr id="0" name=""/>
        <dsp:cNvSpPr/>
      </dsp:nvSpPr>
      <dsp:spPr>
        <a:xfrm>
          <a:off x="304800" y="9160"/>
          <a:ext cx="4267200" cy="974160"/>
        </a:xfrm>
        <a:prstGeom prst="roundRect">
          <a:avLst/>
        </a:prstGeom>
        <a:solidFill>
          <a:srgbClr val="00FFFF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rgbClr val="FF0000"/>
              </a:solidFill>
            </a:rPr>
            <a:t>Concentration</a:t>
          </a:r>
          <a:r>
            <a:rPr lang="en-IN" sz="2400" kern="1200" dirty="0"/>
            <a:t> </a:t>
          </a:r>
          <a:r>
            <a:rPr lang="en-IN" sz="2400" kern="1200" dirty="0">
              <a:solidFill>
                <a:srgbClr val="FF0000"/>
              </a:solidFill>
            </a:rPr>
            <a:t>as a function of time</a:t>
          </a:r>
        </a:p>
      </dsp:txBody>
      <dsp:txXfrm>
        <a:off x="352355" y="56715"/>
        <a:ext cx="4172090" cy="879050"/>
      </dsp:txXfrm>
    </dsp:sp>
    <dsp:sp modelId="{EDD994D8-A091-4437-8801-8A0304A66A79}">
      <dsp:nvSpPr>
        <dsp:cNvPr id="0" name=""/>
        <dsp:cNvSpPr/>
      </dsp:nvSpPr>
      <dsp:spPr>
        <a:xfrm>
          <a:off x="0" y="1993121"/>
          <a:ext cx="60960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1B2038-A9D2-4CCE-AD38-73FAF8F668BD}">
      <dsp:nvSpPr>
        <dsp:cNvPr id="0" name=""/>
        <dsp:cNvSpPr/>
      </dsp:nvSpPr>
      <dsp:spPr>
        <a:xfrm>
          <a:off x="304800" y="1473903"/>
          <a:ext cx="4267200" cy="974160"/>
        </a:xfrm>
        <a:prstGeom prst="roundRect">
          <a:avLst/>
        </a:prstGeom>
        <a:solidFill>
          <a:schemeClr val="accent6">
            <a:lumMod val="40000"/>
            <a:lumOff val="6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rgbClr val="FF0000"/>
              </a:solidFill>
            </a:rPr>
            <a:t>Rate as a function of time and concentration</a:t>
          </a:r>
        </a:p>
      </dsp:txBody>
      <dsp:txXfrm>
        <a:off x="352355" y="1521458"/>
        <a:ext cx="4172090" cy="879050"/>
      </dsp:txXfrm>
    </dsp:sp>
    <dsp:sp modelId="{D8178F37-723D-4A58-8415-A2A1C093AEB5}">
      <dsp:nvSpPr>
        <dsp:cNvPr id="0" name=""/>
        <dsp:cNvSpPr/>
      </dsp:nvSpPr>
      <dsp:spPr>
        <a:xfrm>
          <a:off x="0" y="3490001"/>
          <a:ext cx="60960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4BB9F-4378-404B-9745-976CF7DEF911}">
      <dsp:nvSpPr>
        <dsp:cNvPr id="0" name=""/>
        <dsp:cNvSpPr/>
      </dsp:nvSpPr>
      <dsp:spPr>
        <a:xfrm>
          <a:off x="304800" y="3002921"/>
          <a:ext cx="4267200" cy="974160"/>
        </a:xfrm>
        <a:prstGeom prst="roundRect">
          <a:avLst/>
        </a:prstGeom>
        <a:solidFill>
          <a:srgbClr val="92D05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rgbClr val="FF0000"/>
              </a:solidFill>
            </a:rPr>
            <a:t>Factors affecting rate </a:t>
          </a:r>
        </a:p>
      </dsp:txBody>
      <dsp:txXfrm>
        <a:off x="352355" y="3050476"/>
        <a:ext cx="4172090" cy="879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A0D336-E105-D6AA-BDAC-F469AB1A19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29831-0460-6E4C-81FB-C1013A8F5E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2168B72-BB76-4F32-9BF8-096C10BC9EB9}" type="datetimeFigureOut">
              <a:rPr lang="en-IN"/>
              <a:pPr>
                <a:defRPr/>
              </a:pPr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4DC29-624F-5AEA-5B3D-A1D55D80C9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60371-3FCA-3507-8AE7-62C721B786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9A9A44C-1876-40DB-A897-8901F166A4DF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88C9C0D7-B27A-BB94-0CA6-7D996635ED2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649146BE-9C22-A451-A736-824E0B35AFD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367EBAA-9165-A4C3-FBF6-44F2689733DE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7877" name="Rectangle 5">
            <a:extLst>
              <a:ext uri="{FF2B5EF4-FFF2-40B4-BE49-F238E27FC236}">
                <a16:creationId xmlns:a16="http://schemas.microsoft.com/office/drawing/2014/main" id="{979DFDC0-8543-07CA-3637-55DBF721C46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7878" name="Rectangle 6">
            <a:extLst>
              <a:ext uri="{FF2B5EF4-FFF2-40B4-BE49-F238E27FC236}">
                <a16:creationId xmlns:a16="http://schemas.microsoft.com/office/drawing/2014/main" id="{1BC8DA1C-4CAB-6D88-31BA-2C75BB8D64B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879" name="Rectangle 7">
            <a:extLst>
              <a:ext uri="{FF2B5EF4-FFF2-40B4-BE49-F238E27FC236}">
                <a16:creationId xmlns:a16="http://schemas.microsoft.com/office/drawing/2014/main" id="{ECE76932-7803-BFDA-F70F-7BDE5A9E23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004E1AD-5153-4F6C-AE0B-21991E4455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055DEF10-9AD1-62C9-BB31-ADC50F90BB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9D6D24F7-1171-1DC7-300C-AE9C947CF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8209F403-F516-7436-5766-0F6B4EE76D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A8FB55-96DB-4973-9784-782F234F5A8C}" type="slidenum">
              <a:rPr lang="en-IN" altLang="en-US" smtClean="0">
                <a:latin typeface="Times New Roman" panose="02020603050405020304" pitchFamily="18" charset="0"/>
              </a:rPr>
              <a:pPr/>
              <a:t>30</a:t>
            </a:fld>
            <a:endParaRPr lang="en-I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BDD34C-44AF-4869-B8A1-C3C77CFB6690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B5B135-1EDB-4DDE-9C72-B1EA6341025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4504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CFFF23-E8B9-45CA-A8B0-DB0EDF590916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E74510-FFB9-4A37-B99E-3CC24864BF9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214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381CB2-E5C4-44B7-BB01-7734C6047C69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77F1CA-3CFD-4868-8B61-C38524E714C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138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34CA48-7BB3-4AB3-9D2A-E54E3B793EA4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8873F1-6A6B-4EAD-B828-B1DAE2F6A22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636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4E9E1F-6D2E-4662-AB6C-1B2A39F990CD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8F6CD-A4AB-43E5-AD62-1DF67CD98BD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7337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964FBB-D16F-4319-8E86-29B2138CB6AF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68C807-6D79-489E-AAF7-68E5165D8B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12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8E6EDA-3378-48DA-8105-3399113BA2B4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D0E3D6-B73A-4BC7-ACF6-451223C4428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250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CE491C-0DDF-4DD4-8E81-EBBB24851FD9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28283-0F0D-4737-A55B-475D385C5A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4388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004330-F184-4870-9E42-8CE41FC8EE06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9BF480-1B42-4A23-ADC9-F0B0EC637A4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7154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A6B347-DC68-424D-AF7B-14B4CFA30A99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6996BA-AED4-4327-87E4-A0FC3828503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808768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A6B347-DC68-424D-AF7B-14B4CFA30A99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6996BA-AED4-4327-87E4-A0FC3828503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2229392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A6B347-DC68-424D-AF7B-14B4CFA30A99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6996BA-AED4-4327-87E4-A0FC3828503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9631015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A6B347-DC68-424D-AF7B-14B4CFA30A99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6996BA-AED4-4327-87E4-A0FC3828503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4750108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A6B347-DC68-424D-AF7B-14B4CFA30A99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6996BA-AED4-4327-87E4-A0FC3828503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0168951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746AAE-C90A-4551-8D2B-0A6EFD9F3BB7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1C4A1B-A5A4-4A8A-B7AC-A9D30804478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7397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F6F50D-8BCF-4C45-B986-502B8666ADD8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D7104F-808F-4A6C-93B3-1C3A3448489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8206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A6B347-DC68-424D-AF7B-14B4CFA30A99}" type="datetime1">
              <a:rPr lang="en-US" smtClean="0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446996BA-AED4-4327-87E4-A0FC3828503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8" name="Group 14">
            <a:extLst>
              <a:ext uri="{FF2B5EF4-FFF2-40B4-BE49-F238E27FC236}">
                <a16:creationId xmlns:a16="http://schemas.microsoft.com/office/drawing/2014/main" id="{0BE057E9-E162-CB1A-549B-8790C646DB4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38039E19-984F-22E3-49F8-069489CE02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44"/>
              <a:ext cx="5472" cy="40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IN" altLang="en-US"/>
            </a:p>
          </p:txBody>
        </p:sp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33C22BEC-39E8-FE45-251C-69EB6C4E978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14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IN" altLang="en-US"/>
            </a:p>
          </p:txBody>
        </p:sp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929E0112-6F2D-2E81-459B-2B8588D7041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4176"/>
              <a:ext cx="5760" cy="14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IN" altLang="en-US"/>
            </a:p>
          </p:txBody>
        </p:sp>
        <p:sp>
          <p:nvSpPr>
            <p:cNvPr id="22" name="Rectangle 18">
              <a:extLst>
                <a:ext uri="{FF2B5EF4-FFF2-40B4-BE49-F238E27FC236}">
                  <a16:creationId xmlns:a16="http://schemas.microsoft.com/office/drawing/2014/main" id="{D9A25E5B-89D3-8417-AEE4-F4C0711761E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144" cy="432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IN" altLang="en-US"/>
            </a:p>
          </p:txBody>
        </p:sp>
        <p:sp>
          <p:nvSpPr>
            <p:cNvPr id="23" name="Rectangle 19">
              <a:extLst>
                <a:ext uri="{FF2B5EF4-FFF2-40B4-BE49-F238E27FC236}">
                  <a16:creationId xmlns:a16="http://schemas.microsoft.com/office/drawing/2014/main" id="{2D264E52-D7AD-30D9-3D93-59A95FF852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616" y="0"/>
              <a:ext cx="144" cy="432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IN" altLang="en-US"/>
            </a:p>
          </p:txBody>
        </p:sp>
      </p:grpSp>
      <p:sp>
        <p:nvSpPr>
          <p:cNvPr id="24" name="Rectangle 20">
            <a:extLst>
              <a:ext uri="{FF2B5EF4-FFF2-40B4-BE49-F238E27FC236}">
                <a16:creationId xmlns:a16="http://schemas.microsoft.com/office/drawing/2014/main" id="{51F8CB05-4B96-8FFC-CDDC-0E85D4709D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8313" y="350838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45742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e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4">
            <a:extLst>
              <a:ext uri="{FF2B5EF4-FFF2-40B4-BE49-F238E27FC236}">
                <a16:creationId xmlns:a16="http://schemas.microsoft.com/office/drawing/2014/main" id="{536178B5-3495-BBAC-566D-37DEC9263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39713"/>
            <a:ext cx="7543800" cy="55403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IN" altLang="en-US" sz="3000">
                <a:solidFill>
                  <a:srgbClr val="0070C0"/>
                </a:solidFill>
              </a:rPr>
              <a:t>Three aspects of chemical reaction</a:t>
            </a:r>
          </a:p>
        </p:txBody>
      </p:sp>
      <p:sp>
        <p:nvSpPr>
          <p:cNvPr id="5123" name="TextBox 6">
            <a:extLst>
              <a:ext uri="{FF2B5EF4-FFF2-40B4-BE49-F238E27FC236}">
                <a16:creationId xmlns:a16="http://schemas.microsoft.com/office/drawing/2014/main" id="{8E2B9C34-DC45-E7D1-692E-C68DB26BD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4675" y="2274888"/>
            <a:ext cx="1533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100">
                <a:solidFill>
                  <a:srgbClr val="FF0000"/>
                </a:solidFill>
              </a:rPr>
              <a:t>feasibility</a:t>
            </a:r>
          </a:p>
        </p:txBody>
      </p:sp>
      <p:sp>
        <p:nvSpPr>
          <p:cNvPr id="5124" name="TextBox 7">
            <a:extLst>
              <a:ext uri="{FF2B5EF4-FFF2-40B4-BE49-F238E27FC236}">
                <a16:creationId xmlns:a16="http://schemas.microsoft.com/office/drawing/2014/main" id="{800094C3-7079-A0EB-8BFB-328272839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7063" y="3530600"/>
            <a:ext cx="10128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100">
                <a:solidFill>
                  <a:srgbClr val="FF0000"/>
                </a:solidFill>
              </a:rPr>
              <a:t>extent</a:t>
            </a:r>
          </a:p>
        </p:txBody>
      </p:sp>
      <p:sp>
        <p:nvSpPr>
          <p:cNvPr id="5125" name="TextBox 8">
            <a:extLst>
              <a:ext uri="{FF2B5EF4-FFF2-40B4-BE49-F238E27FC236}">
                <a16:creationId xmlns:a16="http://schemas.microsoft.com/office/drawing/2014/main" id="{0452A54D-386B-9FE3-C08A-5D52D8E92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0575" y="4543425"/>
            <a:ext cx="200342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100">
                <a:solidFill>
                  <a:srgbClr val="FF0000"/>
                </a:solidFill>
              </a:rPr>
              <a:t>Rate of the reaction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290652DF-FCC9-1C36-40B9-0EB242D3BECC}"/>
              </a:ext>
            </a:extLst>
          </p:cNvPr>
          <p:cNvGraphicFramePr/>
          <p:nvPr/>
        </p:nvGraphicFramePr>
        <p:xfrm>
          <a:off x="1524000" y="1875962"/>
          <a:ext cx="5300709" cy="3309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127" name="Date Placeholder 1">
            <a:extLst>
              <a:ext uri="{FF2B5EF4-FFF2-40B4-BE49-F238E27FC236}">
                <a16:creationId xmlns:a16="http://schemas.microsoft.com/office/drawing/2014/main" id="{527583C1-0039-F829-139D-08C8426587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9AFF99-AD16-4FC4-9D04-B0FE9D3D7AF6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5128" name="Footer Placeholder 2">
            <a:extLst>
              <a:ext uri="{FF2B5EF4-FFF2-40B4-BE49-F238E27FC236}">
                <a16:creationId xmlns:a16="http://schemas.microsoft.com/office/drawing/2014/main" id="{ED607E3D-39F4-6E04-FD59-59BD359C5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Tareshwar Tutorials</a:t>
            </a:r>
          </a:p>
        </p:txBody>
      </p:sp>
      <p:sp>
        <p:nvSpPr>
          <p:cNvPr id="5129" name="Slide Number Placeholder 3">
            <a:extLst>
              <a:ext uri="{FF2B5EF4-FFF2-40B4-BE49-F238E27FC236}">
                <a16:creationId xmlns:a16="http://schemas.microsoft.com/office/drawing/2014/main" id="{82991322-A356-0856-F906-901C969F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06B8E1-7444-4EF0-97ED-81B3A1C7026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9615088-1FB8-7E1B-A86E-ECCD8402F5E9}"/>
              </a:ext>
            </a:extLst>
          </p:cNvPr>
          <p:cNvGraphicFramePr/>
          <p:nvPr/>
        </p:nvGraphicFramePr>
        <p:xfrm>
          <a:off x="1371600" y="1905000"/>
          <a:ext cx="6209930" cy="43107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147" name="TextBox 2">
            <a:extLst>
              <a:ext uri="{FF2B5EF4-FFF2-40B4-BE49-F238E27FC236}">
                <a16:creationId xmlns:a16="http://schemas.microsoft.com/office/drawing/2014/main" id="{75FF34ED-8D65-56E1-D451-B7F2F817A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54000"/>
            <a:ext cx="8686800" cy="646113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chemeClr val="tx2"/>
                </a:solidFill>
              </a:rPr>
              <a:t>                  Types  of reactions</a:t>
            </a:r>
            <a:endParaRPr lang="en-IN" altLang="en-US" sz="3600">
              <a:solidFill>
                <a:schemeClr val="tx2"/>
              </a:solidFill>
            </a:endParaRPr>
          </a:p>
        </p:txBody>
      </p:sp>
      <p:sp>
        <p:nvSpPr>
          <p:cNvPr id="6148" name="Date Placeholder 3">
            <a:extLst>
              <a:ext uri="{FF2B5EF4-FFF2-40B4-BE49-F238E27FC236}">
                <a16:creationId xmlns:a16="http://schemas.microsoft.com/office/drawing/2014/main" id="{450307C3-324A-3EAA-D580-D701D18CC3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6400F4-3E29-40F9-ADCF-BAC31F7FD596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6149" name="Footer Placeholder 4">
            <a:extLst>
              <a:ext uri="{FF2B5EF4-FFF2-40B4-BE49-F238E27FC236}">
                <a16:creationId xmlns:a16="http://schemas.microsoft.com/office/drawing/2014/main" id="{93A0C630-DF81-2FE9-C55F-7FC52166C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6150" name="Slide Number Placeholder 5">
            <a:extLst>
              <a:ext uri="{FF2B5EF4-FFF2-40B4-BE49-F238E27FC236}">
                <a16:creationId xmlns:a16="http://schemas.microsoft.com/office/drawing/2014/main" id="{6B102EAC-4A77-ABF5-8342-199426495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F57B42-152E-4A5E-B46E-4C352554D382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C30C227-E579-E958-D999-386E8137B302}"/>
              </a:ext>
            </a:extLst>
          </p:cNvPr>
          <p:cNvGraphicFramePr/>
          <p:nvPr/>
        </p:nvGraphicFramePr>
        <p:xfrm>
          <a:off x="1524000" y="1130238"/>
          <a:ext cx="6096000" cy="4330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171" name="TextBox 7">
            <a:extLst>
              <a:ext uri="{FF2B5EF4-FFF2-40B4-BE49-F238E27FC236}">
                <a16:creationId xmlns:a16="http://schemas.microsoft.com/office/drawing/2014/main" id="{1EEA4993-DC99-3D99-0759-A8EA687D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153988"/>
            <a:ext cx="8801100" cy="584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>
                <a:solidFill>
                  <a:srgbClr val="00B050"/>
                </a:solidFill>
              </a:rPr>
              <a:t>Content of the chapter</a:t>
            </a:r>
          </a:p>
        </p:txBody>
      </p:sp>
      <p:sp>
        <p:nvSpPr>
          <p:cNvPr id="7172" name="Date Placeholder 1">
            <a:extLst>
              <a:ext uri="{FF2B5EF4-FFF2-40B4-BE49-F238E27FC236}">
                <a16:creationId xmlns:a16="http://schemas.microsoft.com/office/drawing/2014/main" id="{0C702161-BCFD-61D3-ABB0-7DD2B50A34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D69F22-790A-428E-9D05-3F64AD8AEC09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7173" name="Footer Placeholder 2">
            <a:extLst>
              <a:ext uri="{FF2B5EF4-FFF2-40B4-BE49-F238E27FC236}">
                <a16:creationId xmlns:a16="http://schemas.microsoft.com/office/drawing/2014/main" id="{619F9715-9C0D-4C21-A99F-46F892CB9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7174" name="Slide Number Placeholder 3">
            <a:extLst>
              <a:ext uri="{FF2B5EF4-FFF2-40B4-BE49-F238E27FC236}">
                <a16:creationId xmlns:a16="http://schemas.microsoft.com/office/drawing/2014/main" id="{126666E3-8CE8-427F-1F96-E01432B8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440AE5-0531-4C9E-99C7-31774FB118C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">
            <a:extLst>
              <a:ext uri="{FF2B5EF4-FFF2-40B4-BE49-F238E27FC236}">
                <a16:creationId xmlns:a16="http://schemas.microsoft.com/office/drawing/2014/main" id="{2F1A39F4-C097-A54F-1324-737E26579D7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868FE4-EDB7-01B7-6B3D-9334FA1FEE9C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196" name="TextBox 4">
            <a:extLst>
              <a:ext uri="{FF2B5EF4-FFF2-40B4-BE49-F238E27FC236}">
                <a16:creationId xmlns:a16="http://schemas.microsoft.com/office/drawing/2014/main" id="{1A4A7987-1779-3C7F-79C7-D4AC213F9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41588"/>
            <a:ext cx="8686800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00B050"/>
                </a:solidFill>
              </a:rPr>
              <a:t>Rate of  a chemical reaction:  </a:t>
            </a:r>
            <a:r>
              <a:rPr lang="en-IN" altLang="en-US" b="1"/>
              <a:t>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2800">
                <a:cs typeface="Arial" panose="020B0604020202020204" pitchFamily="34" charset="0"/>
              </a:rPr>
              <a:t> Change in concentration of either reactant or  product per unit time.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2800">
                <a:cs typeface="Arial" panose="020B0604020202020204" pitchFamily="34" charset="0"/>
              </a:rPr>
              <a:t>Unit of rate of reaction</a:t>
            </a:r>
            <a:r>
              <a:rPr lang="en-US" altLang="en-US" sz="2800">
                <a:cs typeface="Arial" panose="020B0604020202020204" pitchFamily="34" charset="0"/>
              </a:rPr>
              <a:t>   Mol L ‾¹S‾¹      </a:t>
            </a:r>
            <a:endParaRPr lang="en-IN" altLang="en-US" sz="2800"/>
          </a:p>
        </p:txBody>
      </p:sp>
      <p:sp>
        <p:nvSpPr>
          <p:cNvPr id="8199" name="Date Placeholder 2">
            <a:extLst>
              <a:ext uri="{FF2B5EF4-FFF2-40B4-BE49-F238E27FC236}">
                <a16:creationId xmlns:a16="http://schemas.microsoft.com/office/drawing/2014/main" id="{B08A04AD-DB8E-2CF9-212C-333F3BFD8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587094-3F36-47C0-83D4-B4678FE7AD81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8197" name="Footer Placeholder 8">
            <a:extLst>
              <a:ext uri="{FF2B5EF4-FFF2-40B4-BE49-F238E27FC236}">
                <a16:creationId xmlns:a16="http://schemas.microsoft.com/office/drawing/2014/main" id="{72F87496-9B76-DB9C-9310-39BC75F9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0400" y="5983288"/>
            <a:ext cx="2895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8200" name="Slide Number Placeholder 6">
            <a:extLst>
              <a:ext uri="{FF2B5EF4-FFF2-40B4-BE49-F238E27FC236}">
                <a16:creationId xmlns:a16="http://schemas.microsoft.com/office/drawing/2014/main" id="{EF5E97E1-CB9B-20FE-9E7F-0D269D68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CAE0EF-B772-4A36-8388-592DAA98B54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8198" name="TextBox 7">
            <a:extLst>
              <a:ext uri="{FF2B5EF4-FFF2-40B4-BE49-F238E27FC236}">
                <a16:creationId xmlns:a16="http://schemas.microsoft.com/office/drawing/2014/main" id="{3F3B16A5-E0C1-871D-6B88-2E736631C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776288"/>
            <a:ext cx="8229600" cy="112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00B05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Chemical Kinetics</a:t>
            </a:r>
            <a:r>
              <a:rPr lang="en-IN" altLang="en-US" sz="2400" b="1">
                <a:solidFill>
                  <a:srgbClr val="00B05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:- </a:t>
            </a:r>
          </a:p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IN" altLang="en-US" sz="2800">
                <a:ea typeface="DengXian" panose="02010600030101010101" pitchFamily="2" charset="-122"/>
                <a:cs typeface="Mangal" panose="02040503050203030202" pitchFamily="18" charset="0"/>
              </a:rPr>
              <a:t>Study of reaction rates and their mechanisms             </a:t>
            </a:r>
            <a:endParaRPr lang="en-IN" altLang="en-US" sz="2800">
              <a:latin typeface="Calibri" panose="020F0502020204030204" pitchFamily="34" charset="0"/>
              <a:ea typeface="DengXian" panose="02010600030101010101" pitchFamily="2" charset="-122"/>
              <a:cs typeface="Mangal" panose="02040503050203030202" pitchFamily="18" charset="0"/>
            </a:endParaRPr>
          </a:p>
        </p:txBody>
      </p:sp>
      <p:sp>
        <p:nvSpPr>
          <p:cNvPr id="8201" name="TextBox 8">
            <a:extLst>
              <a:ext uri="{FF2B5EF4-FFF2-40B4-BE49-F238E27FC236}">
                <a16:creationId xmlns:a16="http://schemas.microsoft.com/office/drawing/2014/main" id="{7105AC54-3E95-7184-1E89-9F474C26E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3838"/>
            <a:ext cx="8763000" cy="647700"/>
          </a:xfrm>
          <a:prstGeom prst="rect">
            <a:avLst/>
          </a:prstGeom>
          <a:solidFill>
            <a:schemeClr val="tx1"/>
          </a:solidFill>
          <a:ln w="9525">
            <a:solidFill>
              <a:srgbClr val="00FF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FFC000"/>
                </a:solidFill>
              </a:rPr>
              <a:t>Definitions</a:t>
            </a:r>
            <a:endParaRPr lang="en-IN" altLang="en-US" sz="360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1">
            <a:extLst>
              <a:ext uri="{FF2B5EF4-FFF2-40B4-BE49-F238E27FC236}">
                <a16:creationId xmlns:a16="http://schemas.microsoft.com/office/drawing/2014/main" id="{F8968F65-1BE7-F765-4772-343CE4A54C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91A8E8-9219-4222-857C-F4D359F249B4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9219" name="Footer Placeholder 2">
            <a:extLst>
              <a:ext uri="{FF2B5EF4-FFF2-40B4-BE49-F238E27FC236}">
                <a16:creationId xmlns:a16="http://schemas.microsoft.com/office/drawing/2014/main" id="{1B6AAA0D-3511-3D63-E91E-C5A5DBD2ED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661B4F18-F4DD-CDE5-4374-6B43824F78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2D66D9-E3C8-4332-BA3F-C0B7A78626F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9221" name="TextBox 5">
            <a:extLst>
              <a:ext uri="{FF2B5EF4-FFF2-40B4-BE49-F238E27FC236}">
                <a16:creationId xmlns:a16="http://schemas.microsoft.com/office/drawing/2014/main" id="{F8E04938-FE1A-5221-A537-5D15910E5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05075"/>
            <a:ext cx="85344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800">
                <a:cs typeface="Arial" panose="020B0604020202020204" pitchFamily="34" charset="0"/>
              </a:rPr>
              <a:t>Rate of change in concentration of either    reactant or  product per unit time.</a:t>
            </a:r>
          </a:p>
          <a:p>
            <a:pPr>
              <a:spcBef>
                <a:spcPct val="0"/>
              </a:spcBef>
              <a:buFontTx/>
              <a:buNone/>
            </a:pPr>
            <a:endParaRPr lang="en-IN" altLang="en-US" sz="280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2800">
                <a:cs typeface="Arial" panose="020B0604020202020204" pitchFamily="34" charset="0"/>
              </a:rPr>
              <a:t>Unit of rate of reaction</a:t>
            </a:r>
            <a:r>
              <a:rPr lang="en-US" altLang="en-US" sz="2800">
                <a:cs typeface="Arial" panose="020B0604020202020204" pitchFamily="34" charset="0"/>
              </a:rPr>
              <a:t>   </a:t>
            </a:r>
            <a:r>
              <a:rPr lang="en-US" altLang="en-US" sz="2800">
                <a:solidFill>
                  <a:srgbClr val="FF0000"/>
                </a:solidFill>
                <a:cs typeface="Arial" panose="020B0604020202020204" pitchFamily="34" charset="0"/>
              </a:rPr>
              <a:t>Mol L ‾¹S‾¹      </a:t>
            </a:r>
            <a:endParaRPr lang="en-IN" altLang="en-US" sz="280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A93AE1-B01F-CDC2-3DDD-00ECBDBD35DE}"/>
              </a:ext>
            </a:extLst>
          </p:cNvPr>
          <p:cNvSpPr txBox="1"/>
          <p:nvPr/>
        </p:nvSpPr>
        <p:spPr>
          <a:xfrm>
            <a:off x="482600" y="990600"/>
            <a:ext cx="6403975" cy="6461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IN" altLang="en-US" sz="3600" b="1" dirty="0">
                <a:solidFill>
                  <a:srgbClr val="00B050"/>
                </a:solidFill>
              </a:rPr>
              <a:t>Rate of  a chemical reaction: </a:t>
            </a:r>
            <a:endParaRPr lang="en-IN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2">
            <a:extLst>
              <a:ext uri="{FF2B5EF4-FFF2-40B4-BE49-F238E27FC236}">
                <a16:creationId xmlns:a16="http://schemas.microsoft.com/office/drawing/2014/main" id="{A706767C-326A-1B21-CAA6-8FD7549B7A0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10922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6000">
                <a:solidFill>
                  <a:srgbClr val="0070C0"/>
                </a:solidFill>
                <a:cs typeface="Arial" panose="020B0604020202020204" pitchFamily="34" charset="0"/>
              </a:rPr>
              <a:t>A </a:t>
            </a:r>
            <a:r>
              <a:rPr lang="en-US" altLang="en-US" sz="6000">
                <a:solidFill>
                  <a:srgbClr val="0070C0"/>
                </a:solidFill>
                <a:cs typeface="Arial" panose="020B0604020202020204" pitchFamily="34" charset="0"/>
              </a:rPr>
              <a:t>→</a:t>
            </a:r>
            <a:r>
              <a:rPr lang="en-IN" altLang="en-US" sz="6000">
                <a:solidFill>
                  <a:srgbClr val="0070C0"/>
                </a:solidFill>
                <a:cs typeface="Arial" panose="020B0604020202020204" pitchFamily="34" charset="0"/>
              </a:rPr>
              <a:t> B</a:t>
            </a:r>
            <a:endParaRPr lang="en-US" altLang="en-US" sz="6000" b="1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1918B-6EC8-6A30-F079-73CAD40D5C37}"/>
              </a:ext>
            </a:extLst>
          </p:cNvPr>
          <p:cNvSpPr txBox="1"/>
          <p:nvPr/>
        </p:nvSpPr>
        <p:spPr>
          <a:xfrm>
            <a:off x="487363" y="1450975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244" name="TextBox 4">
            <a:extLst>
              <a:ext uri="{FF2B5EF4-FFF2-40B4-BE49-F238E27FC236}">
                <a16:creationId xmlns:a16="http://schemas.microsoft.com/office/drawing/2014/main" id="{B3CE335A-927B-ACA0-E57B-DC0F997CF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900363"/>
            <a:ext cx="8367712" cy="2235200"/>
          </a:xfrm>
          <a:prstGeom prst="rect">
            <a:avLst/>
          </a:prstGeom>
          <a:solidFill>
            <a:srgbClr val="E3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cs typeface="Arial" panose="020B0604020202020204" pitchFamily="34" charset="0"/>
              </a:rPr>
              <a:t>Rate of disappearance of A = </a:t>
            </a:r>
            <a:r>
              <a:rPr lang="en-US" altLang="en-US" sz="2400">
                <a:solidFill>
                  <a:srgbClr val="FF0000"/>
                </a:solidFill>
                <a:cs typeface="Arial" panose="020B0604020202020204" pitchFamily="34" charset="0"/>
              </a:rPr>
              <a:t>-d[A] /dt</a:t>
            </a:r>
          </a:p>
          <a:p>
            <a:r>
              <a:rPr lang="en-US" altLang="en-US" sz="2400">
                <a:cs typeface="Arial" panose="020B0604020202020204" pitchFamily="34" charset="0"/>
              </a:rPr>
              <a:t>Rate of formation of B   </a:t>
            </a:r>
            <a:r>
              <a:rPr lang="en-US" altLang="en-US" sz="2400">
                <a:solidFill>
                  <a:srgbClr val="FF0000"/>
                </a:solidFill>
                <a:cs typeface="Arial" panose="020B0604020202020204" pitchFamily="34" charset="0"/>
              </a:rPr>
              <a:t>= +d[B] /dt</a:t>
            </a:r>
          </a:p>
          <a:p>
            <a:r>
              <a:rPr lang="en-US" altLang="en-US" sz="2400">
                <a:solidFill>
                  <a:srgbClr val="FF0000"/>
                </a:solidFill>
                <a:cs typeface="Arial" panose="020B0604020202020204" pitchFamily="34" charset="0"/>
              </a:rPr>
              <a:t>  d[A] = </a:t>
            </a:r>
            <a:r>
              <a:rPr lang="en-US" altLang="en-US" sz="2400">
                <a:cs typeface="Arial" panose="020B0604020202020204" pitchFamily="34" charset="0"/>
              </a:rPr>
              <a:t>change in concentration of A over time period   dt </a:t>
            </a:r>
          </a:p>
          <a:p>
            <a:r>
              <a:rPr lang="en-US" altLang="en-US" sz="2400">
                <a:cs typeface="Arial" panose="020B0604020202020204" pitchFamily="34" charset="0"/>
              </a:rPr>
              <a:t>   Because </a:t>
            </a:r>
            <a:r>
              <a:rPr lang="en-US" altLang="en-US" sz="2400">
                <a:solidFill>
                  <a:srgbClr val="FF0000"/>
                </a:solidFill>
                <a:cs typeface="Arial" panose="020B0604020202020204" pitchFamily="34" charset="0"/>
              </a:rPr>
              <a:t>[A]</a:t>
            </a:r>
            <a:r>
              <a:rPr lang="en-US" altLang="en-US" sz="2400">
                <a:cs typeface="Arial" panose="020B0604020202020204" pitchFamily="34" charset="0"/>
              </a:rPr>
              <a:t> decreases with time, </a:t>
            </a:r>
            <a:r>
              <a:rPr lang="en-US" altLang="en-US" sz="2400">
                <a:solidFill>
                  <a:srgbClr val="FF0000"/>
                </a:solidFill>
                <a:cs typeface="Arial" panose="020B0604020202020204" pitchFamily="34" charset="0"/>
              </a:rPr>
              <a:t>d[A]</a:t>
            </a:r>
            <a:r>
              <a:rPr lang="en-US" altLang="en-US" sz="2400">
                <a:cs typeface="Arial" panose="020B0604020202020204" pitchFamily="34" charset="0"/>
              </a:rPr>
              <a:t> is negative.</a:t>
            </a:r>
          </a:p>
          <a:p>
            <a:r>
              <a:rPr lang="en-US" altLang="en-US" sz="2400">
                <a:solidFill>
                  <a:srgbClr val="FF0000"/>
                </a:solidFill>
                <a:cs typeface="Arial" panose="020B0604020202020204" pitchFamily="34" charset="0"/>
              </a:rPr>
              <a:t>  d[B]</a:t>
            </a:r>
            <a:r>
              <a:rPr lang="en-US" altLang="en-US" sz="2400">
                <a:cs typeface="Arial" panose="020B0604020202020204" pitchFamily="34" charset="0"/>
              </a:rPr>
              <a:t> = change in concentration of B over time period   dt</a:t>
            </a:r>
          </a:p>
        </p:txBody>
      </p:sp>
      <p:sp>
        <p:nvSpPr>
          <p:cNvPr id="10245" name="TextBox 5">
            <a:extLst>
              <a:ext uri="{FF2B5EF4-FFF2-40B4-BE49-F238E27FC236}">
                <a16:creationId xmlns:a16="http://schemas.microsoft.com/office/drawing/2014/main" id="{516D9C83-587C-820B-47B7-4AC00A1B7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394200"/>
            <a:ext cx="6096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10247" name="Date Placeholder 6">
            <a:extLst>
              <a:ext uri="{FF2B5EF4-FFF2-40B4-BE49-F238E27FC236}">
                <a16:creationId xmlns:a16="http://schemas.microsoft.com/office/drawing/2014/main" id="{5E3F3359-EF8C-E050-F211-648D3EBA33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9F2CDA-D30D-4B69-8A88-984138CD79AB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10246" name="Footer Placeholder 8">
            <a:extLst>
              <a:ext uri="{FF2B5EF4-FFF2-40B4-BE49-F238E27FC236}">
                <a16:creationId xmlns:a16="http://schemas.microsoft.com/office/drawing/2014/main" id="{94B18E51-5D44-85DA-2D36-3322D5408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10248" name="Slide Number Placeholder 7">
            <a:extLst>
              <a:ext uri="{FF2B5EF4-FFF2-40B4-BE49-F238E27FC236}">
                <a16:creationId xmlns:a16="http://schemas.microsoft.com/office/drawing/2014/main" id="{8078A5DE-086E-194F-541F-3F9468505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1B8FF7-4C07-4BC0-8B58-BCEF0372556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0249" name="TextBox 2">
            <a:extLst>
              <a:ext uri="{FF2B5EF4-FFF2-40B4-BE49-F238E27FC236}">
                <a16:creationId xmlns:a16="http://schemas.microsoft.com/office/drawing/2014/main" id="{6AAFB8CA-710E-5758-5227-6AC577EE1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47650"/>
            <a:ext cx="8626475" cy="646113"/>
          </a:xfrm>
          <a:prstGeom prst="rect">
            <a:avLst/>
          </a:prstGeom>
          <a:solidFill>
            <a:srgbClr val="DB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/>
              <a:t>Rate of a reaction</a:t>
            </a:r>
            <a:endParaRPr lang="en-IN" altLang="en-US"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1">
            <a:extLst>
              <a:ext uri="{FF2B5EF4-FFF2-40B4-BE49-F238E27FC236}">
                <a16:creationId xmlns:a16="http://schemas.microsoft.com/office/drawing/2014/main" id="{6B6D450C-5E13-D442-31D6-AA5CFE114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4800"/>
            <a:ext cx="8686800" cy="508000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700">
                <a:solidFill>
                  <a:srgbClr val="FF0000"/>
                </a:solidFill>
              </a:rPr>
              <a:t>Graphical representation of  rate of a reaction</a:t>
            </a:r>
          </a:p>
        </p:txBody>
      </p:sp>
      <p:pic>
        <p:nvPicPr>
          <p:cNvPr id="11267" name="Picture 4">
            <a:extLst>
              <a:ext uri="{FF2B5EF4-FFF2-40B4-BE49-F238E27FC236}">
                <a16:creationId xmlns:a16="http://schemas.microsoft.com/office/drawing/2014/main" id="{D515C65F-4DF7-12B3-421C-73CC5F5A9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538" y="2251075"/>
            <a:ext cx="4386262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Date Placeholder 2">
            <a:extLst>
              <a:ext uri="{FF2B5EF4-FFF2-40B4-BE49-F238E27FC236}">
                <a16:creationId xmlns:a16="http://schemas.microsoft.com/office/drawing/2014/main" id="{15616EE7-9A03-63B3-9ED0-2376818FBC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29E6D7-25DE-49A8-A726-E06E1D300376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11269" name="Footer Placeholder 3">
            <a:extLst>
              <a:ext uri="{FF2B5EF4-FFF2-40B4-BE49-F238E27FC236}">
                <a16:creationId xmlns:a16="http://schemas.microsoft.com/office/drawing/2014/main" id="{32E9BFD8-CE26-9926-4E0E-C4FE3B999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11270" name="Slide Number Placeholder 5">
            <a:extLst>
              <a:ext uri="{FF2B5EF4-FFF2-40B4-BE49-F238E27FC236}">
                <a16:creationId xmlns:a16="http://schemas.microsoft.com/office/drawing/2014/main" id="{2A71910B-5099-5DB6-F1DF-76111709E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29C557-2A22-4CC6-A096-11BA010D104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>
            <a:extLst>
              <a:ext uri="{FF2B5EF4-FFF2-40B4-BE49-F238E27FC236}">
                <a16:creationId xmlns:a16="http://schemas.microsoft.com/office/drawing/2014/main" id="{43B0873F-1F12-E8D3-CAF8-5F06C5D81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2143125"/>
            <a:ext cx="5400675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Date Placeholder 1">
            <a:extLst>
              <a:ext uri="{FF2B5EF4-FFF2-40B4-BE49-F238E27FC236}">
                <a16:creationId xmlns:a16="http://schemas.microsoft.com/office/drawing/2014/main" id="{6A348E1C-1254-1EAC-6CBC-ADBA40BC39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DDECEA-3CBB-44AE-B2F8-65CE7726DE4F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12292" name="Footer Placeholder 2">
            <a:extLst>
              <a:ext uri="{FF2B5EF4-FFF2-40B4-BE49-F238E27FC236}">
                <a16:creationId xmlns:a16="http://schemas.microsoft.com/office/drawing/2014/main" id="{8090ED8F-CC48-DFBD-9AF0-D22EDE19D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6AF6558A-C770-CF8E-B0EE-9FBFCC262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FC4293-3BDC-4E4C-B2A6-236DDDC4117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F08AE34D-B094-9C4E-F418-2BB8E4BEB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BE04289F-4847-51F2-C4F7-F8A00CC2008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FontTx/>
              <a:buNone/>
            </a:pPr>
            <a:endParaRPr lang="en-IN" altLang="en-US" b="1">
              <a:solidFill>
                <a:srgbClr val="FF0000"/>
              </a:solidFill>
              <a:ea typeface="DengXian" panose="02010600030101010101" pitchFamily="2" charset="-122"/>
            </a:endParaRPr>
          </a:p>
          <a:p>
            <a:pPr marL="0" indent="0">
              <a:buFontTx/>
              <a:buNone/>
            </a:pPr>
            <a:endParaRPr lang="en-IN" altLang="en-US" sz="1500"/>
          </a:p>
        </p:txBody>
      </p:sp>
      <p:sp>
        <p:nvSpPr>
          <p:cNvPr id="13316" name="Content Placeholder 3">
            <a:extLst>
              <a:ext uri="{FF2B5EF4-FFF2-40B4-BE49-F238E27FC236}">
                <a16:creationId xmlns:a16="http://schemas.microsoft.com/office/drawing/2014/main" id="{D16FB937-E6C3-1A84-14FE-0904952056F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813300" y="2227263"/>
            <a:ext cx="4221163" cy="3262312"/>
          </a:xfrm>
        </p:spPr>
        <p:txBody>
          <a:bodyPr/>
          <a:lstStyle/>
          <a:p>
            <a:pPr algn="ctr"/>
            <a:r>
              <a:rPr lang="en-IN" altLang="en-US" b="1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Instantaneous rate </a:t>
            </a:r>
            <a:endParaRPr lang="en-IN" altLang="en-US">
              <a:latin typeface="Calibri" panose="020F0502020204030204" pitchFamily="34" charset="0"/>
              <a:ea typeface="DengXian" panose="02010600030101010101" pitchFamily="2" charset="-122"/>
              <a:cs typeface="Mangal" panose="02040503050203030202" pitchFamily="18" charset="0"/>
            </a:endParaRPr>
          </a:p>
          <a:p>
            <a:endParaRPr lang="en-IN" altLang="en-US">
              <a:ea typeface="DengXian" panose="02010600030101010101" pitchFamily="2" charset="-122"/>
              <a:cs typeface="Mangal" panose="02040503050203030202" pitchFamily="18" charset="0"/>
            </a:endParaRPr>
          </a:p>
        </p:txBody>
      </p:sp>
      <p:sp>
        <p:nvSpPr>
          <p:cNvPr id="13317" name="TextBox 5">
            <a:extLst>
              <a:ext uri="{FF2B5EF4-FFF2-40B4-BE49-F238E27FC236}">
                <a16:creationId xmlns:a16="http://schemas.microsoft.com/office/drawing/2014/main" id="{7685CF4B-7EA6-C8FE-B5D7-3A12C39C5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3" y="2943225"/>
            <a:ext cx="36718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>
                <a:solidFill>
                  <a:srgbClr val="0070C0"/>
                </a:solidFill>
                <a:ea typeface="DengXian" panose="02010600030101010101" pitchFamily="2" charset="-122"/>
              </a:rPr>
              <a:t>Total change in concentration of reactant or product by the elapsed time </a:t>
            </a:r>
          </a:p>
        </p:txBody>
      </p:sp>
      <p:sp>
        <p:nvSpPr>
          <p:cNvPr id="13318" name="TextBox 7">
            <a:extLst>
              <a:ext uri="{FF2B5EF4-FFF2-40B4-BE49-F238E27FC236}">
                <a16:creationId xmlns:a16="http://schemas.microsoft.com/office/drawing/2014/main" id="{0EE44265-A484-E58B-CF1C-615A6D6D6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7763" y="2740025"/>
            <a:ext cx="3941762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7145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714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714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714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714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714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714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714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714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endParaRPr lang="en-IN" altLang="en-US" sz="1800">
              <a:solidFill>
                <a:srgbClr val="0070C0"/>
              </a:solidFill>
              <a:ea typeface="DengXian" panose="02010600030101010101" pitchFamily="2" charset="-122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rgbClr val="0070C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Change in concentration of reactant or product at  particular  instant  of time</a:t>
            </a:r>
          </a:p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rgbClr val="0070C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   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rgbClr val="00206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   </a:t>
            </a:r>
          </a:p>
        </p:txBody>
      </p:sp>
      <p:sp>
        <p:nvSpPr>
          <p:cNvPr id="13319" name="TextBox 9">
            <a:extLst>
              <a:ext uri="{FF2B5EF4-FFF2-40B4-BE49-F238E27FC236}">
                <a16:creationId xmlns:a16="http://schemas.microsoft.com/office/drawing/2014/main" id="{4DE52A9E-6C1C-6FCD-60C8-73E54D60C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4108450"/>
            <a:ext cx="45704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500">
                <a:ea typeface="DengXian" panose="02010600030101010101" pitchFamily="2" charset="-122"/>
              </a:rPr>
              <a:t> </a:t>
            </a:r>
            <a:r>
              <a:rPr lang="en-IN" altLang="en-US" sz="2800">
                <a:solidFill>
                  <a:srgbClr val="FF0000"/>
                </a:solidFill>
                <a:ea typeface="DengXian" panose="02010600030101010101" pitchFamily="2" charset="-122"/>
              </a:rPr>
              <a:t>Denoted by ΔX/</a:t>
            </a:r>
            <a:r>
              <a:rPr lang="el-GR" altLang="en-US" sz="2800">
                <a:solidFill>
                  <a:srgbClr val="FF0000"/>
                </a:solidFill>
                <a:ea typeface="DengXian" panose="02010600030101010101" pitchFamily="2" charset="-122"/>
              </a:rPr>
              <a:t>Δ</a:t>
            </a:r>
            <a:r>
              <a:rPr lang="en-IN" altLang="en-US" sz="2800">
                <a:solidFill>
                  <a:srgbClr val="FF0000"/>
                </a:solidFill>
                <a:ea typeface="DengXian" panose="02010600030101010101" pitchFamily="2" charset="-122"/>
              </a:rPr>
              <a:t>T</a:t>
            </a:r>
            <a:endParaRPr lang="en-IN" altLang="en-US" sz="2800">
              <a:solidFill>
                <a:srgbClr val="FF0000"/>
              </a:solidFill>
            </a:endParaRPr>
          </a:p>
        </p:txBody>
      </p:sp>
      <p:sp>
        <p:nvSpPr>
          <p:cNvPr id="13320" name="TextBox 11">
            <a:extLst>
              <a:ext uri="{FF2B5EF4-FFF2-40B4-BE49-F238E27FC236}">
                <a16:creationId xmlns:a16="http://schemas.microsoft.com/office/drawing/2014/main" id="{97AF4AF8-8876-D141-764B-3279C9E9C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063" y="4179888"/>
            <a:ext cx="330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8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Denoted by dx/dt.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EF5C43-9545-2006-1163-DB0530CE2B88}"/>
              </a:ext>
            </a:extLst>
          </p:cNvPr>
          <p:cNvSpPr/>
          <p:nvPr/>
        </p:nvSpPr>
        <p:spPr>
          <a:xfrm>
            <a:off x="595313" y="2227263"/>
            <a:ext cx="3886200" cy="474662"/>
          </a:xfrm>
          <a:prstGeom prst="rect">
            <a:avLst/>
          </a:prstGeom>
          <a:solidFill>
            <a:srgbClr val="92D05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100" dirty="0">
                <a:solidFill>
                  <a:schemeClr val="tx1"/>
                </a:solidFill>
              </a:rPr>
              <a:t>AVERAGE RATE</a:t>
            </a:r>
            <a:endParaRPr lang="en-IN" sz="21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E12509-6A0F-E153-190E-A14F9F1AC5C5}"/>
              </a:ext>
            </a:extLst>
          </p:cNvPr>
          <p:cNvSpPr/>
          <p:nvPr/>
        </p:nvSpPr>
        <p:spPr>
          <a:xfrm>
            <a:off x="4949825" y="2252663"/>
            <a:ext cx="3949700" cy="422275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100" dirty="0">
                <a:solidFill>
                  <a:schemeClr val="tx1"/>
                </a:solidFill>
              </a:rPr>
              <a:t>INSTANTANEOUS RATE</a:t>
            </a:r>
            <a:endParaRPr lang="en-IN" sz="2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Date Placeholder 1">
            <a:extLst>
              <a:ext uri="{FF2B5EF4-FFF2-40B4-BE49-F238E27FC236}">
                <a16:creationId xmlns:a16="http://schemas.microsoft.com/office/drawing/2014/main" id="{72061CDA-8937-CA71-6D7D-E42FCBE9E7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4143C0-8A56-4F93-B80A-2A3099474D32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14339" name="Footer Placeholder 2">
            <a:extLst>
              <a:ext uri="{FF2B5EF4-FFF2-40B4-BE49-F238E27FC236}">
                <a16:creationId xmlns:a16="http://schemas.microsoft.com/office/drawing/2014/main" id="{6A40E8AD-B1D2-A137-87D3-6E25C793EB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F6A9440D-68BF-CD75-17E5-71070FC327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C16A11-A6B5-400C-88CD-BF36704BDFD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14341" name="Rectangle 7">
            <a:extLst>
              <a:ext uri="{FF2B5EF4-FFF2-40B4-BE49-F238E27FC236}">
                <a16:creationId xmlns:a16="http://schemas.microsoft.com/office/drawing/2014/main" id="{EE967066-0040-35BF-E1D8-B2B041686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4625"/>
            <a:ext cx="7924800" cy="45751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pic>
        <p:nvPicPr>
          <p:cNvPr id="14342" name="Picture 8">
            <a:extLst>
              <a:ext uri="{FF2B5EF4-FFF2-40B4-BE49-F238E27FC236}">
                <a16:creationId xmlns:a16="http://schemas.microsoft.com/office/drawing/2014/main" id="{F2A79752-6528-B209-6C7E-D19444A51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39888"/>
            <a:ext cx="7620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DB83D3-01F7-8F8A-ABC9-CF88368F0EA2}"/>
              </a:ext>
            </a:extLst>
          </p:cNvPr>
          <p:cNvSpPr txBox="1"/>
          <p:nvPr/>
        </p:nvSpPr>
        <p:spPr>
          <a:xfrm>
            <a:off x="228600" y="228600"/>
            <a:ext cx="8686800" cy="95408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chemeClr val="tx2"/>
                </a:solidFill>
              </a:rPr>
              <a:t>Graphical Representation of average rate and instantaneous rate </a:t>
            </a:r>
            <a:endParaRPr lang="en-IN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2">
            <a:extLst>
              <a:ext uri="{FF2B5EF4-FFF2-40B4-BE49-F238E27FC236}">
                <a16:creationId xmlns:a16="http://schemas.microsoft.com/office/drawing/2014/main" id="{63512EC0-2F1A-4B8D-52D8-7FB083A0682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19100" y="347663"/>
            <a:ext cx="1562100" cy="1016000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en-US" sz="6000" b="1" dirty="0">
                <a:solidFill>
                  <a:srgbClr val="FFFF00"/>
                </a:solidFill>
              </a:rPr>
              <a:t>? </a:t>
            </a:r>
          </a:p>
        </p:txBody>
      </p:sp>
      <p:sp>
        <p:nvSpPr>
          <p:cNvPr id="15363" name="TextBox 4">
            <a:extLst>
              <a:ext uri="{FF2B5EF4-FFF2-40B4-BE49-F238E27FC236}">
                <a16:creationId xmlns:a16="http://schemas.microsoft.com/office/drawing/2014/main" id="{2F5F12EF-52D7-12CE-73D8-890C8632C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15364" name="TextBox 5">
            <a:extLst>
              <a:ext uri="{FF2B5EF4-FFF2-40B4-BE49-F238E27FC236}">
                <a16:creationId xmlns:a16="http://schemas.microsoft.com/office/drawing/2014/main" id="{6B0DA97B-C7AA-3ABF-A48D-27AB8AD1F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15367" name="Date Placeholder 2">
            <a:extLst>
              <a:ext uri="{FF2B5EF4-FFF2-40B4-BE49-F238E27FC236}">
                <a16:creationId xmlns:a16="http://schemas.microsoft.com/office/drawing/2014/main" id="{7B8EA47F-5D48-3317-DD66-7264130E2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52A541-84A0-4771-BB1C-B5AF707C0E5A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15365" name="Footer Placeholder 8">
            <a:extLst>
              <a:ext uri="{FF2B5EF4-FFF2-40B4-BE49-F238E27FC236}">
                <a16:creationId xmlns:a16="http://schemas.microsoft.com/office/drawing/2014/main" id="{AC639EB4-30F0-94C5-0E2B-96931353E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15368" name="Slide Number Placeholder 6">
            <a:extLst>
              <a:ext uri="{FF2B5EF4-FFF2-40B4-BE49-F238E27FC236}">
                <a16:creationId xmlns:a16="http://schemas.microsoft.com/office/drawing/2014/main" id="{A31BB723-5EEE-4F57-8482-EBE364F3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C3B6AA-2432-490A-A711-CD6D1004A8E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CA139-C2CD-D92C-B1C4-C1AAAADF8E42}"/>
              </a:ext>
            </a:extLst>
          </p:cNvPr>
          <p:cNvSpPr txBox="1"/>
          <p:nvPr/>
        </p:nvSpPr>
        <p:spPr>
          <a:xfrm>
            <a:off x="685800" y="2697163"/>
            <a:ext cx="8001000" cy="1568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For the reaction R → P, the concentration of a reactant changes from 0.03 M to 0.02M in 25 minutes. Calculate the average rate of reaction using units of time both in minutes and seconds</a:t>
            </a:r>
            <a:endParaRPr lang="en-IN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2">
            <a:extLst>
              <a:ext uri="{FF2B5EF4-FFF2-40B4-BE49-F238E27FC236}">
                <a16:creationId xmlns:a16="http://schemas.microsoft.com/office/drawing/2014/main" id="{9C211D18-C5C3-AE5E-DA58-2E17345ED80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366D1F-321B-476D-7683-7AD0452AD9F2}"/>
              </a:ext>
            </a:extLst>
          </p:cNvPr>
          <p:cNvSpPr txBox="1"/>
          <p:nvPr/>
        </p:nvSpPr>
        <p:spPr>
          <a:xfrm>
            <a:off x="609600" y="1447800"/>
            <a:ext cx="51054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Average rate of a reaction</a:t>
            </a:r>
          </a:p>
        </p:txBody>
      </p:sp>
      <p:sp>
        <p:nvSpPr>
          <p:cNvPr id="16388" name="TextBox 4">
            <a:extLst>
              <a:ext uri="{FF2B5EF4-FFF2-40B4-BE49-F238E27FC236}">
                <a16:creationId xmlns:a16="http://schemas.microsoft.com/office/drawing/2014/main" id="{8A1AB22B-81CF-FDAD-E0F3-787368428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16389" name="TextBox 5">
            <a:extLst>
              <a:ext uri="{FF2B5EF4-FFF2-40B4-BE49-F238E27FC236}">
                <a16:creationId xmlns:a16="http://schemas.microsoft.com/office/drawing/2014/main" id="{7CE16338-70DA-A066-6B63-BC55609B7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16391" name="Date Placeholder 1">
            <a:extLst>
              <a:ext uri="{FF2B5EF4-FFF2-40B4-BE49-F238E27FC236}">
                <a16:creationId xmlns:a16="http://schemas.microsoft.com/office/drawing/2014/main" id="{F8A1F5E9-997A-7EA7-4084-CCA9DC5950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80685B-3061-4D09-9FD2-8EA52623A464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16390" name="Footer Placeholder 8">
            <a:extLst>
              <a:ext uri="{FF2B5EF4-FFF2-40B4-BE49-F238E27FC236}">
                <a16:creationId xmlns:a16="http://schemas.microsoft.com/office/drawing/2014/main" id="{7F02D353-0246-5B41-41B0-C969C69C0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16392" name="Slide Number Placeholder 2">
            <a:extLst>
              <a:ext uri="{FF2B5EF4-FFF2-40B4-BE49-F238E27FC236}">
                <a16:creationId xmlns:a16="http://schemas.microsoft.com/office/drawing/2014/main" id="{F2CC5359-7242-BFEF-7F38-3830FAA1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A37E87-BE45-4D61-8083-3D0E3E4A87D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16393" name="TextBox 9">
            <a:extLst>
              <a:ext uri="{FF2B5EF4-FFF2-40B4-BE49-F238E27FC236}">
                <a16:creationId xmlns:a16="http://schemas.microsoft.com/office/drawing/2014/main" id="{BB85114D-B2FD-840F-457E-98C36166E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0" y="2649538"/>
            <a:ext cx="6851650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-Δ[ R]/ Δt</a:t>
            </a:r>
            <a:endParaRPr lang="en-IN" altLang="en-US" sz="2400">
              <a:solidFill>
                <a:srgbClr val="FF0000"/>
              </a:solidFill>
              <a:latin typeface="Calibri" panose="020F0502020204030204" pitchFamily="34" charset="0"/>
              <a:ea typeface="DengXian" panose="02010600030101010101" pitchFamily="2" charset="-122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= -( 0.02-0.03)/25 M min‾¹</a:t>
            </a:r>
            <a:endParaRPr lang="en-IN" altLang="en-US" sz="2400">
              <a:solidFill>
                <a:srgbClr val="FF0000"/>
              </a:solidFill>
              <a:latin typeface="Calibri" panose="020F0502020204030204" pitchFamily="34" charset="0"/>
              <a:ea typeface="DengXian" panose="02010600030101010101" pitchFamily="2" charset="-122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=4X10‾⁴ M min‾¹</a:t>
            </a:r>
            <a:endParaRPr lang="en-IN" altLang="en-US" sz="2400">
              <a:solidFill>
                <a:srgbClr val="FF0000"/>
              </a:solidFill>
              <a:latin typeface="Calibri" panose="020F0502020204030204" pitchFamily="34" charset="0"/>
              <a:ea typeface="DengXian" panose="02010600030101010101" pitchFamily="2" charset="-122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=4X10‾⁴/ 60M sec‾¹</a:t>
            </a:r>
          </a:p>
          <a:p>
            <a:pPr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=6.67x10 ‾⁶M sec‾¹</a:t>
            </a:r>
          </a:p>
          <a:p>
            <a:pPr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endParaRPr lang="en-US" altLang="en-US" sz="2400">
              <a:solidFill>
                <a:srgbClr val="FF0000"/>
              </a:solidFill>
              <a:ea typeface="DengXian" panose="02010600030101010101" pitchFamily="2" charset="-122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endParaRPr lang="en-IN" altLang="en-US" sz="2400">
              <a:solidFill>
                <a:srgbClr val="FF0000"/>
              </a:solidFill>
              <a:latin typeface="Calibri" panose="020F0502020204030204" pitchFamily="34" charset="0"/>
              <a:ea typeface="DengXian" panose="02010600030101010101" pitchFamily="2" charset="-122"/>
              <a:cs typeface="Mangal" panose="02040503050203030202" pitchFamily="18" charset="0"/>
            </a:endParaRPr>
          </a:p>
        </p:txBody>
      </p:sp>
      <p:sp>
        <p:nvSpPr>
          <p:cNvPr id="16394" name="TextBox 8">
            <a:extLst>
              <a:ext uri="{FF2B5EF4-FFF2-40B4-BE49-F238E27FC236}">
                <a16:creationId xmlns:a16="http://schemas.microsoft.com/office/drawing/2014/main" id="{04D05EA4-1E42-888C-179D-81BE1F762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54000"/>
            <a:ext cx="1447800" cy="708025"/>
          </a:xfrm>
          <a:prstGeom prst="rect">
            <a:avLst/>
          </a:prstGeom>
          <a:solidFill>
            <a:schemeClr val="bg2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/>
              <a:t>A</a:t>
            </a:r>
            <a:endParaRPr lang="en-IN" altLang="en-US" sz="4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87FFDF-A398-4324-E033-428C61721C2A}"/>
              </a:ext>
            </a:extLst>
          </p:cNvPr>
          <p:cNvSpPr/>
          <p:nvPr/>
        </p:nvSpPr>
        <p:spPr>
          <a:xfrm>
            <a:off x="193829" y="136525"/>
            <a:ext cx="68480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</a:t>
            </a:r>
            <a:endParaRPr lang="en-IN" sz="54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2">
            <a:extLst>
              <a:ext uri="{FF2B5EF4-FFF2-40B4-BE49-F238E27FC236}">
                <a16:creationId xmlns:a16="http://schemas.microsoft.com/office/drawing/2014/main" id="{02754296-A8DD-C68C-4390-A76E0D4A087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6D09B4-3A90-BD4F-E721-51CE5F73B09D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4400" dirty="0" err="1">
                <a:solidFill>
                  <a:schemeClr val="accent4"/>
                </a:solidFill>
              </a:rPr>
              <a:t>a</a:t>
            </a:r>
            <a:r>
              <a:rPr lang="en-US" sz="4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A+</a:t>
            </a:r>
            <a:r>
              <a:rPr lang="en-US" sz="4400" dirty="0" err="1"/>
              <a:t>b</a:t>
            </a:r>
            <a:r>
              <a:rPr lang="en-US" sz="4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4400" dirty="0" err="1">
                <a:solidFill>
                  <a:schemeClr val="tx2"/>
                </a:solidFill>
              </a:rPr>
              <a:t>→</a:t>
            </a:r>
            <a:r>
              <a:rPr lang="en-US" sz="4400" dirty="0" err="1"/>
              <a:t>c</a:t>
            </a:r>
            <a:r>
              <a:rPr lang="en-US" sz="4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C+</a:t>
            </a:r>
            <a:r>
              <a:rPr lang="en-US" sz="4400" dirty="0" err="1"/>
              <a:t>d</a:t>
            </a:r>
            <a:r>
              <a:rPr lang="en-US" sz="4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412" name="TextBox 4">
            <a:extLst>
              <a:ext uri="{FF2B5EF4-FFF2-40B4-BE49-F238E27FC236}">
                <a16:creationId xmlns:a16="http://schemas.microsoft.com/office/drawing/2014/main" id="{A33E1540-0157-CDF6-10BE-C5B2AA82D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493713"/>
            <a:ext cx="55626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  For a reaction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40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 </a:t>
            </a:r>
          </a:p>
        </p:txBody>
      </p:sp>
      <p:sp>
        <p:nvSpPr>
          <p:cNvPr id="17413" name="TextBox 5">
            <a:extLst>
              <a:ext uri="{FF2B5EF4-FFF2-40B4-BE49-F238E27FC236}">
                <a16:creationId xmlns:a16="http://schemas.microsoft.com/office/drawing/2014/main" id="{1C1AD057-E6ED-3116-628C-EEDD50081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17415" name="Date Placeholder 1">
            <a:extLst>
              <a:ext uri="{FF2B5EF4-FFF2-40B4-BE49-F238E27FC236}">
                <a16:creationId xmlns:a16="http://schemas.microsoft.com/office/drawing/2014/main" id="{5263B31D-CA1B-8B3C-1A26-B1A744FBE0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9FE233-5C04-40BD-82F6-299EDDA4227D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17414" name="Footer Placeholder 8">
            <a:extLst>
              <a:ext uri="{FF2B5EF4-FFF2-40B4-BE49-F238E27FC236}">
                <a16:creationId xmlns:a16="http://schemas.microsoft.com/office/drawing/2014/main" id="{4CAAE4EF-7981-3724-EEE4-637D8B7C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17416" name="Slide Number Placeholder 2">
            <a:extLst>
              <a:ext uri="{FF2B5EF4-FFF2-40B4-BE49-F238E27FC236}">
                <a16:creationId xmlns:a16="http://schemas.microsoft.com/office/drawing/2014/main" id="{B21EA294-FDEB-3E31-4F7D-279F56E9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DC1E70-18F8-4191-A7F0-A367D5B0457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17417" name="TextBox 10">
            <a:extLst>
              <a:ext uri="{FF2B5EF4-FFF2-40B4-BE49-F238E27FC236}">
                <a16:creationId xmlns:a16="http://schemas.microsoft.com/office/drawing/2014/main" id="{57865E20-B139-4AEC-9736-BC22CE5C5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743200"/>
            <a:ext cx="59515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cs typeface="Mangal" panose="02040503050203030202" pitchFamily="18" charset="0"/>
              </a:rPr>
              <a:t>Rate of a reaction=</a:t>
            </a:r>
            <a:endParaRPr lang="en-IN" altLang="en-US" b="1"/>
          </a:p>
        </p:txBody>
      </p:sp>
      <p:sp>
        <p:nvSpPr>
          <p:cNvPr id="17418" name="TextBox 12">
            <a:extLst>
              <a:ext uri="{FF2B5EF4-FFF2-40B4-BE49-F238E27FC236}">
                <a16:creationId xmlns:a16="http://schemas.microsoft.com/office/drawing/2014/main" id="{C5E8BBE1-0645-0886-57BF-30471A9B8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636963"/>
            <a:ext cx="51689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-</a:t>
            </a:r>
            <a:r>
              <a:rPr lang="en-US" altLang="en-US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1/a d[ A]/dt =-1/b d[ B]/dt </a:t>
            </a:r>
          </a:p>
          <a:p>
            <a:pPr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endParaRPr lang="en-US" altLang="en-US">
              <a:solidFill>
                <a:srgbClr val="FF0000"/>
              </a:solidFill>
              <a:ea typeface="DengXian" panose="02010600030101010101" pitchFamily="2" charset="-122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=1/c d[C/dt =1/d d[D]/dt</a:t>
            </a:r>
            <a:endParaRPr lang="en-IN" altLang="en-US">
              <a:solidFill>
                <a:srgbClr val="FF0000"/>
              </a:solidFill>
              <a:latin typeface="Calibri" panose="020F0502020204030204" pitchFamily="34" charset="0"/>
              <a:ea typeface="DengXian" panose="02010600030101010101" pitchFamily="2" charset="-122"/>
              <a:cs typeface="Mangal" panose="02040503050203030202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2">
            <a:extLst>
              <a:ext uri="{FF2B5EF4-FFF2-40B4-BE49-F238E27FC236}">
                <a16:creationId xmlns:a16="http://schemas.microsoft.com/office/drawing/2014/main" id="{7B8E6FFD-191C-D670-D61C-418147BFF2A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7C7660-B1F6-86DA-3F69-586AF89AA960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866490-EAAE-9A87-F36D-1D65C7037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1651000"/>
            <a:ext cx="8686800" cy="708025"/>
          </a:xfrm>
          <a:prstGeom prst="rect">
            <a:avLst/>
          </a:prstGeom>
          <a:solidFill>
            <a:schemeClr val="accent3">
              <a:lumMod val="8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pt-BR" sz="4000" dirty="0">
                <a:solidFill>
                  <a:srgbClr val="FF0000"/>
                </a:solidFill>
              </a:rPr>
              <a:t>2HI(g)   →   H2(g)   +   I2(g)</a:t>
            </a:r>
            <a:endParaRPr lang="en-US" altLang="en-US" sz="4000" b="1" dirty="0">
              <a:solidFill>
                <a:srgbClr val="FF0000"/>
              </a:solidFill>
            </a:endParaRPr>
          </a:p>
        </p:txBody>
      </p:sp>
      <p:sp>
        <p:nvSpPr>
          <p:cNvPr id="18437" name="TextBox 5">
            <a:extLst>
              <a:ext uri="{FF2B5EF4-FFF2-40B4-BE49-F238E27FC236}">
                <a16:creationId xmlns:a16="http://schemas.microsoft.com/office/drawing/2014/main" id="{1B4EFD72-7684-1334-85E1-054284F07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945063"/>
            <a:ext cx="8724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206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r=-d[N</a:t>
            </a:r>
            <a:r>
              <a:rPr lang="en-US" altLang="en-US" sz="2800" baseline="-25000">
                <a:solidFill>
                  <a:srgbClr val="00206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2</a:t>
            </a:r>
            <a:r>
              <a:rPr lang="en-US" altLang="en-US" sz="2800">
                <a:solidFill>
                  <a:srgbClr val="00206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]//dt = -1/3  d [ H</a:t>
            </a:r>
            <a:r>
              <a:rPr lang="en-US" altLang="en-US" sz="2800" baseline="-25000">
                <a:solidFill>
                  <a:srgbClr val="00206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2</a:t>
            </a:r>
            <a:r>
              <a:rPr lang="en-US" altLang="en-US" sz="2800">
                <a:solidFill>
                  <a:srgbClr val="00206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]/dt =+1/2 d [ NH</a:t>
            </a:r>
            <a:r>
              <a:rPr lang="en-US" altLang="en-US" sz="2800" baseline="-25000">
                <a:solidFill>
                  <a:srgbClr val="00206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3</a:t>
            </a:r>
            <a:r>
              <a:rPr lang="en-US" altLang="en-US" sz="2800">
                <a:solidFill>
                  <a:srgbClr val="00206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]/ /dt</a:t>
            </a:r>
            <a:endParaRPr lang="en-US" altLang="en-US" sz="2800" b="1">
              <a:solidFill>
                <a:srgbClr val="002060"/>
              </a:solidFill>
              <a:ea typeface="DengXian" panose="02010600030101010101" pitchFamily="2" charset="-122"/>
              <a:cs typeface="Mangal" panose="02040503050203030202" pitchFamily="18" charset="0"/>
            </a:endParaRPr>
          </a:p>
        </p:txBody>
      </p:sp>
      <p:sp>
        <p:nvSpPr>
          <p:cNvPr id="18439" name="Date Placeholder 1">
            <a:extLst>
              <a:ext uri="{FF2B5EF4-FFF2-40B4-BE49-F238E27FC236}">
                <a16:creationId xmlns:a16="http://schemas.microsoft.com/office/drawing/2014/main" id="{FD0ACE37-47AE-FD9C-AF75-27A3310E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11688D-9E7F-4844-A650-3A2B5AA1B2AB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18438" name="Footer Placeholder 8">
            <a:extLst>
              <a:ext uri="{FF2B5EF4-FFF2-40B4-BE49-F238E27FC236}">
                <a16:creationId xmlns:a16="http://schemas.microsoft.com/office/drawing/2014/main" id="{08EAC20D-AA68-6514-3DC5-71EED44F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18440" name="Slide Number Placeholder 2">
            <a:extLst>
              <a:ext uri="{FF2B5EF4-FFF2-40B4-BE49-F238E27FC236}">
                <a16:creationId xmlns:a16="http://schemas.microsoft.com/office/drawing/2014/main" id="{0DE4F38D-3691-0099-5E88-90E6252F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E971E4-0F86-4776-A8E7-A7973AD57CC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18441" name="TextBox 6">
            <a:extLst>
              <a:ext uri="{FF2B5EF4-FFF2-40B4-BE49-F238E27FC236}">
                <a16:creationId xmlns:a16="http://schemas.microsoft.com/office/drawing/2014/main" id="{9A8DF42A-5D2A-14AC-FC81-A2500BCFE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7000"/>
            <a:ext cx="8686800" cy="708025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FFFF00"/>
                </a:solidFill>
              </a:rPr>
              <a:t>Examples</a:t>
            </a:r>
            <a:endParaRPr lang="en-IN" altLang="en-US" sz="4000">
              <a:solidFill>
                <a:srgbClr val="FFFF00"/>
              </a:solidFill>
            </a:endParaRPr>
          </a:p>
        </p:txBody>
      </p:sp>
      <p:sp>
        <p:nvSpPr>
          <p:cNvPr id="18442" name="TextBox 11">
            <a:extLst>
              <a:ext uri="{FF2B5EF4-FFF2-40B4-BE49-F238E27FC236}">
                <a16:creationId xmlns:a16="http://schemas.microsoft.com/office/drawing/2014/main" id="{CC1DDF43-159F-3DA5-253D-F047D630B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197225"/>
            <a:ext cx="7010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r= -1/2  d [ HI ]/dt=+d [ H</a:t>
            </a:r>
            <a:r>
              <a:rPr lang="en-US" altLang="en-US" sz="2800" baseline="-25000">
                <a:solidFill>
                  <a:schemeClr val="accent2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2</a:t>
            </a:r>
            <a:r>
              <a:rPr lang="en-US" altLang="en-US" sz="2800">
                <a:solidFill>
                  <a:schemeClr val="accent2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]/dt =d[  I</a:t>
            </a:r>
            <a:r>
              <a:rPr lang="en-US" altLang="en-US" sz="2800" baseline="-25000">
                <a:solidFill>
                  <a:schemeClr val="accent2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2</a:t>
            </a:r>
            <a:r>
              <a:rPr lang="en-US" altLang="en-US" sz="2800">
                <a:solidFill>
                  <a:schemeClr val="accent2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]/dt</a:t>
            </a:r>
            <a:endParaRPr lang="en-IN" altLang="en-US" sz="2800">
              <a:solidFill>
                <a:schemeClr val="accent2"/>
              </a:solidFill>
              <a:ea typeface="DengXian" panose="02010600030101010101" pitchFamily="2" charset="-122"/>
              <a:cs typeface="Mangal" panose="02040503050203030202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B7D244-72B7-12B5-930A-13F2EE13E68B}"/>
              </a:ext>
            </a:extLst>
          </p:cNvPr>
          <p:cNvSpPr txBox="1"/>
          <p:nvPr/>
        </p:nvSpPr>
        <p:spPr>
          <a:xfrm>
            <a:off x="228600" y="3886200"/>
            <a:ext cx="8724900" cy="64611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3600" dirty="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N</a:t>
            </a:r>
            <a:r>
              <a:rPr lang="en-US" sz="3600" baseline="-25000" dirty="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2</a:t>
            </a:r>
            <a:r>
              <a:rPr lang="en-US" sz="3600" dirty="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 +3 H</a:t>
            </a:r>
            <a:r>
              <a:rPr lang="en-US" sz="3600" baseline="-25000" dirty="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2</a:t>
            </a:r>
            <a:r>
              <a:rPr lang="en-US" sz="3600" dirty="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 </a:t>
            </a:r>
            <a:r>
              <a:rPr lang="en-US" sz="3600" dirty="0">
                <a:solidFill>
                  <a:srgbClr val="FF0000"/>
                </a:solidFill>
                <a:ea typeface="Times New Roman" panose="02020603050405020304" pitchFamily="18" charset="0"/>
                <a:cs typeface="Mangal" panose="02040503050203030202" pitchFamily="18" charset="0"/>
              </a:rPr>
              <a:t>→</a:t>
            </a:r>
            <a:r>
              <a:rPr lang="en-US" sz="3600" dirty="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  2NH</a:t>
            </a:r>
            <a:r>
              <a:rPr lang="en-US" sz="3600" baseline="-25000" dirty="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3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2">
            <a:extLst>
              <a:ext uri="{FF2B5EF4-FFF2-40B4-BE49-F238E27FC236}">
                <a16:creationId xmlns:a16="http://schemas.microsoft.com/office/drawing/2014/main" id="{69CC089F-F11A-4B3B-B9FB-691502902801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9459" name="TextBox 3">
            <a:extLst>
              <a:ext uri="{FF2B5EF4-FFF2-40B4-BE49-F238E27FC236}">
                <a16:creationId xmlns:a16="http://schemas.microsoft.com/office/drawing/2014/main" id="{2465F04F-A3DC-BB4D-43EC-6A2A46BA4719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228600" y="160338"/>
            <a:ext cx="8686800" cy="76993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rgbClr val="00FFFF"/>
                </a:solidFill>
              </a:rPr>
              <a:t> </a:t>
            </a:r>
            <a:r>
              <a:rPr lang="en-US" altLang="en-US" sz="4000" b="1">
                <a:solidFill>
                  <a:srgbClr val="00FFFF"/>
                </a:solidFill>
              </a:rPr>
              <a:t>Factors affecting rate of reaction</a:t>
            </a:r>
          </a:p>
        </p:txBody>
      </p:sp>
      <p:sp>
        <p:nvSpPr>
          <p:cNvPr id="19460" name="TextBox 5">
            <a:extLst>
              <a:ext uri="{FF2B5EF4-FFF2-40B4-BE49-F238E27FC236}">
                <a16:creationId xmlns:a16="http://schemas.microsoft.com/office/drawing/2014/main" id="{27F13A7F-FBCF-85C4-ECDD-683A4C82F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19462" name="Date Placeholder 1">
            <a:extLst>
              <a:ext uri="{FF2B5EF4-FFF2-40B4-BE49-F238E27FC236}">
                <a16:creationId xmlns:a16="http://schemas.microsoft.com/office/drawing/2014/main" id="{B65B8463-8741-A5E6-EA21-B4D1781210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7D0EA6-87DA-46C6-8399-7AC8222E5B7C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19461" name="Footer Placeholder 8">
            <a:extLst>
              <a:ext uri="{FF2B5EF4-FFF2-40B4-BE49-F238E27FC236}">
                <a16:creationId xmlns:a16="http://schemas.microsoft.com/office/drawing/2014/main" id="{8AA53638-CE52-3988-B05E-1234EBCE8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19463" name="Slide Number Placeholder 2">
            <a:extLst>
              <a:ext uri="{FF2B5EF4-FFF2-40B4-BE49-F238E27FC236}">
                <a16:creationId xmlns:a16="http://schemas.microsoft.com/office/drawing/2014/main" id="{B9F59B8B-04E3-85D6-A0F8-CF7F47C9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06A189-034F-4E4A-97AB-747A335DF53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19464" name="TextBox 13">
            <a:extLst>
              <a:ext uri="{FF2B5EF4-FFF2-40B4-BE49-F238E27FC236}">
                <a16:creationId xmlns:a16="http://schemas.microsoft.com/office/drawing/2014/main" id="{8F5C076F-B9EB-85FE-F60E-72D3A5625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3" y="1465263"/>
            <a:ext cx="6027737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har char="•"/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228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altLang="en-US" sz="1800">
                <a:solidFill>
                  <a:srgbClr val="00B0F0"/>
                </a:solidFill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IN" altLang="en-US" sz="2800">
                <a:solidFill>
                  <a:srgbClr val="010000"/>
                </a:solidFill>
                <a:ea typeface="DengXian" panose="02010600030101010101" pitchFamily="2" charset="-122"/>
                <a:cs typeface="Arial" panose="020B0604020202020204" pitchFamily="34" charset="0"/>
              </a:rPr>
              <a:t>Concentration of the reactants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altLang="en-US" sz="2800">
                <a:solidFill>
                  <a:srgbClr val="010000"/>
                </a:solidFill>
                <a:ea typeface="DengXian" panose="02010600030101010101" pitchFamily="2" charset="-122"/>
                <a:cs typeface="Arial" panose="020B0604020202020204" pitchFamily="34" charset="0"/>
              </a:rPr>
              <a:t> Temperature of the reactants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altLang="en-US" sz="2800">
                <a:solidFill>
                  <a:srgbClr val="010000"/>
                </a:solidFill>
                <a:ea typeface="DengXian" panose="02010600030101010101" pitchFamily="2" charset="-122"/>
                <a:cs typeface="Arial" panose="020B0604020202020204" pitchFamily="34" charset="0"/>
              </a:rPr>
              <a:t> Catalyst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altLang="en-US" sz="2800">
                <a:solidFill>
                  <a:srgbClr val="010000"/>
                </a:solidFill>
                <a:ea typeface="DengXian" panose="02010600030101010101" pitchFamily="2" charset="-122"/>
                <a:cs typeface="Arial" panose="020B0604020202020204" pitchFamily="34" charset="0"/>
              </a:rPr>
              <a:t> Pressure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altLang="en-US" sz="2800">
                <a:solidFill>
                  <a:srgbClr val="010000"/>
                </a:solidFill>
                <a:ea typeface="DengXian" panose="02010600030101010101" pitchFamily="2" charset="-122"/>
                <a:cs typeface="Arial" panose="020B0604020202020204" pitchFamily="34" charset="0"/>
              </a:rPr>
              <a:t>  Surface area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FontTx/>
              <a:buNone/>
            </a:pPr>
            <a:endParaRPr lang="en-IN" altLang="en-US" sz="1800"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C460D0-DBC2-9146-A92B-457553B54A6A}"/>
              </a:ext>
            </a:extLst>
          </p:cNvPr>
          <p:cNvSpPr/>
          <p:nvPr/>
        </p:nvSpPr>
        <p:spPr>
          <a:xfrm>
            <a:off x="3352800" y="2967038"/>
            <a:ext cx="1408113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1">
            <a:extLst>
              <a:ext uri="{FF2B5EF4-FFF2-40B4-BE49-F238E27FC236}">
                <a16:creationId xmlns:a16="http://schemas.microsoft.com/office/drawing/2014/main" id="{C1ADE063-B737-231A-F37D-341060CADB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431E0B-0F08-41B0-AE7F-FF5913585385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20483" name="Footer Placeholder 2">
            <a:extLst>
              <a:ext uri="{FF2B5EF4-FFF2-40B4-BE49-F238E27FC236}">
                <a16:creationId xmlns:a16="http://schemas.microsoft.com/office/drawing/2014/main" id="{1CA0D188-2230-0215-3E09-03BB3D3681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047D2F79-A394-C5DB-3739-89560FDECC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8E9F7A-DDD0-46D1-839D-5EBC15A43E9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20485" name="TextBox 4">
            <a:extLst>
              <a:ext uri="{FF2B5EF4-FFF2-40B4-BE49-F238E27FC236}">
                <a16:creationId xmlns:a16="http://schemas.microsoft.com/office/drawing/2014/main" id="{B1B6025D-6575-EAF1-858C-C23E0C114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228600"/>
            <a:ext cx="8763000" cy="523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C000"/>
                </a:solidFill>
              </a:rPr>
              <a:t>Effect of concentration</a:t>
            </a:r>
            <a:endParaRPr lang="en-IN" altLang="en-US" sz="2800">
              <a:solidFill>
                <a:srgbClr val="FFC000"/>
              </a:solidFill>
            </a:endParaRPr>
          </a:p>
        </p:txBody>
      </p:sp>
      <p:sp>
        <p:nvSpPr>
          <p:cNvPr id="20486" name="TextBox 5">
            <a:extLst>
              <a:ext uri="{FF2B5EF4-FFF2-40B4-BE49-F238E27FC236}">
                <a16:creationId xmlns:a16="http://schemas.microsoft.com/office/drawing/2014/main" id="{63EEAA4D-549C-44B3-6EF6-9F0FB3DE8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24000"/>
            <a:ext cx="79248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B050"/>
                </a:solidFill>
              </a:rPr>
              <a:t>When concentration of reactant increases rate of reaction increases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solidFill>
                <a:srgbClr val="00B05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</a:rPr>
              <a:t>Rate Law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B050"/>
                </a:solidFill>
              </a:rPr>
              <a:t>Rate of a reaction is directly proportional to concentration of reactants raised to some power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B050"/>
                </a:solidFill>
              </a:rPr>
              <a:t>Which may or may not  be same as stoichiometric coefficient of reactants in a balanced chemical equation.</a:t>
            </a:r>
          </a:p>
          <a:p>
            <a:pPr>
              <a:spcBef>
                <a:spcPct val="0"/>
              </a:spcBef>
              <a:buFontTx/>
              <a:buNone/>
            </a:pPr>
            <a:endParaRPr lang="en-IN" altLang="en-US" sz="28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1">
            <a:extLst>
              <a:ext uri="{FF2B5EF4-FFF2-40B4-BE49-F238E27FC236}">
                <a16:creationId xmlns:a16="http://schemas.microsoft.com/office/drawing/2014/main" id="{9F66FD36-B501-C146-FD0D-C992486359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775C28-8792-487A-A4A4-32D223E82948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21507" name="Footer Placeholder 2">
            <a:extLst>
              <a:ext uri="{FF2B5EF4-FFF2-40B4-BE49-F238E27FC236}">
                <a16:creationId xmlns:a16="http://schemas.microsoft.com/office/drawing/2014/main" id="{D6B2AB5E-B658-8DB0-7B06-2B0012BA3E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3E4EE945-C978-16DF-DA81-60418475C2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FA5796-84CD-4FAF-B172-B03D38BDA70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21509" name="TextBox 5">
            <a:extLst>
              <a:ext uri="{FF2B5EF4-FFF2-40B4-BE49-F238E27FC236}">
                <a16:creationId xmlns:a16="http://schemas.microsoft.com/office/drawing/2014/main" id="{DA7AD6EF-43B6-8965-EC4E-785189D33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013" y="3116263"/>
            <a:ext cx="45783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00B0F0"/>
                </a:solidFill>
              </a:rPr>
              <a:t>Rate = k[A]</a:t>
            </a:r>
            <a:r>
              <a:rPr lang="en-IN" altLang="en-US" b="1" baseline="30000">
                <a:solidFill>
                  <a:srgbClr val="00B0F0"/>
                </a:solidFill>
              </a:rPr>
              <a:t>x</a:t>
            </a:r>
            <a:r>
              <a:rPr lang="en-IN" altLang="en-US" b="1">
                <a:solidFill>
                  <a:srgbClr val="00B0F0"/>
                </a:solidFill>
              </a:rPr>
              <a:t>[B]</a:t>
            </a:r>
            <a:r>
              <a:rPr lang="en-IN" altLang="en-US" b="1" baseline="30000">
                <a:solidFill>
                  <a:srgbClr val="00B0F0"/>
                </a:solidFill>
              </a:rPr>
              <a:t>y </a:t>
            </a:r>
            <a:endParaRPr lang="en-IN" altLang="en-US"/>
          </a:p>
        </p:txBody>
      </p:sp>
      <p:sp>
        <p:nvSpPr>
          <p:cNvPr id="21510" name="TextBox 7">
            <a:extLst>
              <a:ext uri="{FF2B5EF4-FFF2-40B4-BE49-F238E27FC236}">
                <a16:creationId xmlns:a16="http://schemas.microsoft.com/office/drawing/2014/main" id="{7DF6BC8C-399B-DF2B-3724-B32FBF7A1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447800"/>
            <a:ext cx="4576763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800">
                <a:solidFill>
                  <a:srgbClr val="00B050"/>
                </a:solidFill>
              </a:rPr>
              <a:t> For a reaction: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2800">
                <a:solidFill>
                  <a:srgbClr val="FF0000"/>
                </a:solidFill>
              </a:rPr>
              <a:t>           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2800">
                <a:solidFill>
                  <a:srgbClr val="FF0000"/>
                </a:solidFill>
              </a:rPr>
              <a:t> aA + bB →  Product</a:t>
            </a:r>
          </a:p>
        </p:txBody>
      </p:sp>
      <p:sp>
        <p:nvSpPr>
          <p:cNvPr id="21511" name="TextBox 9">
            <a:extLst>
              <a:ext uri="{FF2B5EF4-FFF2-40B4-BE49-F238E27FC236}">
                <a16:creationId xmlns:a16="http://schemas.microsoft.com/office/drawing/2014/main" id="{D09B7105-86E0-AB45-D62A-8CA2B2625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8588" y="3706813"/>
            <a:ext cx="708660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3600" baseline="30000"/>
              <a:t>k is called rate constant</a:t>
            </a:r>
            <a:endParaRPr lang="en-IN" altLang="en-US" sz="3600"/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2400"/>
              <a:t>x  and y  may or may not be equal to stoichiometric  coefficient  a and b </a:t>
            </a:r>
          </a:p>
        </p:txBody>
      </p:sp>
      <p:sp>
        <p:nvSpPr>
          <p:cNvPr id="21512" name="TextBox 10">
            <a:extLst>
              <a:ext uri="{FF2B5EF4-FFF2-40B4-BE49-F238E27FC236}">
                <a16:creationId xmlns:a16="http://schemas.microsoft.com/office/drawing/2014/main" id="{B029D7BA-4B25-5884-BBCD-DD4ED0349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73038"/>
            <a:ext cx="8763000" cy="646112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Differrential rate equation</a:t>
            </a:r>
            <a:endParaRPr lang="en-IN" altLang="en-US" sz="3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2">
            <a:extLst>
              <a:ext uri="{FF2B5EF4-FFF2-40B4-BE49-F238E27FC236}">
                <a16:creationId xmlns:a16="http://schemas.microsoft.com/office/drawing/2014/main" id="{AEAF221D-F24E-BEA7-7BF7-35D247393EA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28600" y="157163"/>
            <a:ext cx="8686800" cy="646112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22531" name="TextBox 3">
            <a:extLst>
              <a:ext uri="{FF2B5EF4-FFF2-40B4-BE49-F238E27FC236}">
                <a16:creationId xmlns:a16="http://schemas.microsoft.com/office/drawing/2014/main" id="{3F79D252-F01A-5708-EC1E-A03FC942C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66800" y="1397000"/>
            <a:ext cx="65532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/>
              <a:t>            2NO+O</a:t>
            </a:r>
            <a:r>
              <a:rPr lang="en-US" altLang="en-US" sz="4400" baseline="-25000"/>
              <a:t>2</a:t>
            </a:r>
            <a:r>
              <a:rPr lang="en-US" altLang="en-US" sz="4400"/>
              <a:t>→ 2NO</a:t>
            </a:r>
            <a:r>
              <a:rPr lang="en-US" altLang="en-US" sz="4400" baseline="-25000"/>
              <a:t>2</a:t>
            </a:r>
            <a:r>
              <a:rPr lang="en-US" altLang="en-US" sz="4400"/>
              <a:t> </a:t>
            </a:r>
            <a:endParaRPr lang="en-IN" altLang="en-US" sz="4400"/>
          </a:p>
        </p:txBody>
      </p:sp>
      <p:sp>
        <p:nvSpPr>
          <p:cNvPr id="22532" name="TextBox 4">
            <a:extLst>
              <a:ext uri="{FF2B5EF4-FFF2-40B4-BE49-F238E27FC236}">
                <a16:creationId xmlns:a16="http://schemas.microsoft.com/office/drawing/2014/main" id="{12555AFE-2EC6-E65C-D12B-885657CE5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2676525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rate=k</a:t>
            </a:r>
            <a:r>
              <a:rPr lang="en-US" altLang="en-US" sz="40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[NO ]</a:t>
            </a:r>
            <a:r>
              <a:rPr lang="en-US" altLang="en-US" sz="4000" b="1"/>
              <a:t> </a:t>
            </a:r>
          </a:p>
        </p:txBody>
      </p:sp>
      <p:sp>
        <p:nvSpPr>
          <p:cNvPr id="22533" name="TextBox 5">
            <a:extLst>
              <a:ext uri="{FF2B5EF4-FFF2-40B4-BE49-F238E27FC236}">
                <a16:creationId xmlns:a16="http://schemas.microsoft.com/office/drawing/2014/main" id="{0FB07636-44ED-C367-0CB6-59326BAD2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333875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22535" name="Date Placeholder 1">
            <a:extLst>
              <a:ext uri="{FF2B5EF4-FFF2-40B4-BE49-F238E27FC236}">
                <a16:creationId xmlns:a16="http://schemas.microsoft.com/office/drawing/2014/main" id="{572337BE-0664-4799-EB9A-CD22C6BCB5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03788A-0229-4D2D-A763-88099B1C0434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22534" name="Footer Placeholder 8">
            <a:extLst>
              <a:ext uri="{FF2B5EF4-FFF2-40B4-BE49-F238E27FC236}">
                <a16:creationId xmlns:a16="http://schemas.microsoft.com/office/drawing/2014/main" id="{F531BE54-53E1-E7B7-35C6-E50655CC0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22536" name="Slide Number Placeholder 2">
            <a:extLst>
              <a:ext uri="{FF2B5EF4-FFF2-40B4-BE49-F238E27FC236}">
                <a16:creationId xmlns:a16="http://schemas.microsoft.com/office/drawing/2014/main" id="{91D67B01-258E-F93F-FECC-34AAA238B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45A93E-0454-484E-8529-ADDA0BE6BFF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22537" name="TextBox 9">
            <a:extLst>
              <a:ext uri="{FF2B5EF4-FFF2-40B4-BE49-F238E27FC236}">
                <a16:creationId xmlns:a16="http://schemas.microsoft.com/office/drawing/2014/main" id="{25CD1CF3-F636-8665-F834-85EA72009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570163"/>
            <a:ext cx="5246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aseline="30000"/>
              <a:t>2</a:t>
            </a:r>
            <a:endParaRPr lang="en-IN" altLang="en-US"/>
          </a:p>
        </p:txBody>
      </p:sp>
      <p:sp>
        <p:nvSpPr>
          <p:cNvPr id="22538" name="TextBox 10">
            <a:extLst>
              <a:ext uri="{FF2B5EF4-FFF2-40B4-BE49-F238E27FC236}">
                <a16:creationId xmlns:a16="http://schemas.microsoft.com/office/drawing/2014/main" id="{9608A82F-DB3C-723D-AECD-1BB4E2492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738438"/>
            <a:ext cx="83105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[ </a:t>
            </a:r>
            <a:r>
              <a:rPr lang="en-US" altLang="en-US" sz="36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O</a:t>
            </a:r>
            <a:r>
              <a:rPr lang="en-US" altLang="en-US" sz="3600" baseline="-250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2</a:t>
            </a:r>
            <a:r>
              <a:rPr lang="en-US" altLang="en-US" sz="36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</a:t>
            </a:r>
            <a:r>
              <a:rPr lang="en-US" altLang="en-US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]</a:t>
            </a:r>
            <a:endParaRPr lang="en-IN" altLang="en-US">
              <a:ea typeface="DengXian" panose="02010600030101010101" pitchFamily="2" charset="-122"/>
              <a:cs typeface="Mangal" panose="02040503050203030202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Box 2">
            <a:extLst>
              <a:ext uri="{FF2B5EF4-FFF2-40B4-BE49-F238E27FC236}">
                <a16:creationId xmlns:a16="http://schemas.microsoft.com/office/drawing/2014/main" id="{A2B62E57-BED6-3773-DBED-1265ED3B0A8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17381D-C13D-88AD-BDEF-50ECBC7A2300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B2391-7DBF-269B-7F20-2BCBEEA78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1166813"/>
            <a:ext cx="7467600" cy="1331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15000"/>
              </a:lnSpc>
              <a:spcAft>
                <a:spcPts val="1000"/>
              </a:spcAft>
              <a:buFontTx/>
              <a:buNone/>
              <a:defRPr/>
            </a:pPr>
            <a:r>
              <a:rPr lang="en-IN" altLang="en-US" sz="2400" dirty="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Sum of the powers of the concentration of the reactant terms in experimentally determined rate equation. </a:t>
            </a:r>
          </a:p>
        </p:txBody>
      </p:sp>
      <p:sp>
        <p:nvSpPr>
          <p:cNvPr id="23557" name="TextBox 5">
            <a:extLst>
              <a:ext uri="{FF2B5EF4-FFF2-40B4-BE49-F238E27FC236}">
                <a16:creationId xmlns:a16="http://schemas.microsoft.com/office/drawing/2014/main" id="{6C48AB38-1E5E-6721-38FA-F026D1B90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23559" name="Date Placeholder 1">
            <a:extLst>
              <a:ext uri="{FF2B5EF4-FFF2-40B4-BE49-F238E27FC236}">
                <a16:creationId xmlns:a16="http://schemas.microsoft.com/office/drawing/2014/main" id="{9644DCA1-3E76-CF89-324B-97026153CA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AA141A-F5E0-4121-886A-5D7C62F0ACD5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23558" name="Footer Placeholder 8">
            <a:extLst>
              <a:ext uri="{FF2B5EF4-FFF2-40B4-BE49-F238E27FC236}">
                <a16:creationId xmlns:a16="http://schemas.microsoft.com/office/drawing/2014/main" id="{68E304F9-B253-9FBB-8430-2BC4BABD0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23560" name="Slide Number Placeholder 2">
            <a:extLst>
              <a:ext uri="{FF2B5EF4-FFF2-40B4-BE49-F238E27FC236}">
                <a16:creationId xmlns:a16="http://schemas.microsoft.com/office/drawing/2014/main" id="{AE601FF0-00CB-A0B5-80E1-42619395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B6BCB3-AA3D-4A83-8A98-F084B1A7819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23561" name="TextBox 1">
            <a:extLst>
              <a:ext uri="{FF2B5EF4-FFF2-40B4-BE49-F238E27FC236}">
                <a16:creationId xmlns:a16="http://schemas.microsoft.com/office/drawing/2014/main" id="{0FA3B41A-F32F-5766-7B51-9F22CB4EC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85738"/>
            <a:ext cx="8610600" cy="646112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/>
              <a:t>Order of a reaction</a:t>
            </a:r>
            <a:endParaRPr lang="en-IN" altLang="en-US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CBB0E7-15A7-F2BD-0794-57C9DA9F8C53}"/>
              </a:ext>
            </a:extLst>
          </p:cNvPr>
          <p:cNvSpPr txBox="1"/>
          <p:nvPr/>
        </p:nvSpPr>
        <p:spPr>
          <a:xfrm>
            <a:off x="474663" y="3005138"/>
            <a:ext cx="7332662" cy="8302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IN" altLang="en-US" sz="24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It can have a value of zero, integral values as well as fractional values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3AC08-756D-1520-4378-4211D3CA4A13}"/>
              </a:ext>
            </a:extLst>
          </p:cNvPr>
          <p:cNvSpPr txBox="1"/>
          <p:nvPr/>
        </p:nvSpPr>
        <p:spPr>
          <a:xfrm>
            <a:off x="447675" y="4140200"/>
            <a:ext cx="7486650" cy="15700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Rate = k [A]</a:t>
            </a:r>
            <a:r>
              <a:rPr lang="en-US" sz="2400" baseline="30000" dirty="0">
                <a:solidFill>
                  <a:srgbClr val="FF0000"/>
                </a:solidFill>
                <a:cs typeface="Arial" panose="020B0604020202020204" pitchFamily="34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 [B]</a:t>
            </a:r>
            <a:r>
              <a:rPr lang="en-US" sz="2400" baseline="30000" dirty="0">
                <a:solidFill>
                  <a:srgbClr val="FF0000"/>
                </a:solidFill>
                <a:cs typeface="Arial" panose="020B0604020202020204" pitchFamily="34" charset="0"/>
              </a:rPr>
              <a:t>y</a:t>
            </a:r>
            <a:endParaRPr lang="en-IN" sz="24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 x and y represent the order with respect to the reactants A and B respectively</a:t>
            </a:r>
          </a:p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 x + y  the overall order of a reaction</a:t>
            </a:r>
            <a:endParaRPr lang="en-IN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2">
            <a:extLst>
              <a:ext uri="{FF2B5EF4-FFF2-40B4-BE49-F238E27FC236}">
                <a16:creationId xmlns:a16="http://schemas.microsoft.com/office/drawing/2014/main" id="{B53E9266-67B6-D848-9544-8CDCD8D0880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90600" y="10668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219C85-5506-94C4-AF87-9AF43396E3F2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580" name="TextBox 4">
            <a:extLst>
              <a:ext uri="{FF2B5EF4-FFF2-40B4-BE49-F238E27FC236}">
                <a16:creationId xmlns:a16="http://schemas.microsoft.com/office/drawing/2014/main" id="{F0E888CD-6D38-D167-EF26-666564CBA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24581" name="TextBox 5">
            <a:extLst>
              <a:ext uri="{FF2B5EF4-FFF2-40B4-BE49-F238E27FC236}">
                <a16:creationId xmlns:a16="http://schemas.microsoft.com/office/drawing/2014/main" id="{3505A943-7188-5CB3-4330-318816423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24583" name="Date Placeholder 1">
            <a:extLst>
              <a:ext uri="{FF2B5EF4-FFF2-40B4-BE49-F238E27FC236}">
                <a16:creationId xmlns:a16="http://schemas.microsoft.com/office/drawing/2014/main" id="{23DA8C92-2BA1-C9DC-62E8-C9832A8D3C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37120D-DBB5-4B30-8586-0E086879514D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24582" name="Footer Placeholder 8">
            <a:extLst>
              <a:ext uri="{FF2B5EF4-FFF2-40B4-BE49-F238E27FC236}">
                <a16:creationId xmlns:a16="http://schemas.microsoft.com/office/drawing/2014/main" id="{E30FFCA8-4EA3-AAA1-1815-FC432537D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24584" name="Slide Number Placeholder 2">
            <a:extLst>
              <a:ext uri="{FF2B5EF4-FFF2-40B4-BE49-F238E27FC236}">
                <a16:creationId xmlns:a16="http://schemas.microsoft.com/office/drawing/2014/main" id="{A0AB14D2-5FCB-D677-23FD-2365E190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592A5C-655E-4221-A9F7-BDFF237FFD1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2604A-D3C5-79B7-2C13-F36D23B2A2EC}"/>
              </a:ext>
            </a:extLst>
          </p:cNvPr>
          <p:cNvSpPr txBox="1"/>
          <p:nvPr/>
        </p:nvSpPr>
        <p:spPr>
          <a:xfrm>
            <a:off x="1235075" y="788988"/>
            <a:ext cx="7239000" cy="15414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76200">
            <a:solidFill>
              <a:srgbClr val="0070C0"/>
            </a:solidFill>
          </a:ln>
        </p:spPr>
        <p:txBody>
          <a:bodyPr>
            <a:spAutoFit/>
          </a:bodyPr>
          <a:lstStyle/>
          <a:p>
            <a:pPr>
              <a:defRPr/>
            </a:pPr>
            <a:endParaRPr lang="en-IN" dirty="0"/>
          </a:p>
        </p:txBody>
      </p:sp>
      <p:pic>
        <p:nvPicPr>
          <p:cNvPr id="24586" name="Picture 12">
            <a:extLst>
              <a:ext uri="{FF2B5EF4-FFF2-40B4-BE49-F238E27FC236}">
                <a16:creationId xmlns:a16="http://schemas.microsoft.com/office/drawing/2014/main" id="{5E1B25C4-F35D-25B9-F063-8FD257294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063" y="1022350"/>
            <a:ext cx="6238875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5C921E-AD56-CEDA-3E5A-A0121DD19172}"/>
              </a:ext>
            </a:extLst>
          </p:cNvPr>
          <p:cNvSpPr txBox="1"/>
          <p:nvPr/>
        </p:nvSpPr>
        <p:spPr>
          <a:xfrm>
            <a:off x="2057400" y="2711450"/>
            <a:ext cx="6019800" cy="12350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57150">
            <a:solidFill>
              <a:srgbClr val="0070C0"/>
            </a:solidFill>
          </a:ln>
        </p:spPr>
        <p:txBody>
          <a:bodyPr>
            <a:spAutoFit/>
          </a:bodyPr>
          <a:lstStyle/>
          <a:p>
            <a:pPr>
              <a:defRPr/>
            </a:pPr>
            <a:endParaRPr lang="en-IN" dirty="0"/>
          </a:p>
        </p:txBody>
      </p:sp>
      <p:pic>
        <p:nvPicPr>
          <p:cNvPr id="24588" name="Picture 14">
            <a:extLst>
              <a:ext uri="{FF2B5EF4-FFF2-40B4-BE49-F238E27FC236}">
                <a16:creationId xmlns:a16="http://schemas.microsoft.com/office/drawing/2014/main" id="{6A59C73A-8184-0B7F-5DDC-49D4C2F3E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878138"/>
            <a:ext cx="346075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9" name="TextBox 2">
            <a:extLst>
              <a:ext uri="{FF2B5EF4-FFF2-40B4-BE49-F238E27FC236}">
                <a16:creationId xmlns:a16="http://schemas.microsoft.com/office/drawing/2014/main" id="{1F96B557-7D04-C3BE-8E4B-3B210BFA0A0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50825" y="855663"/>
            <a:ext cx="838200" cy="1016000"/>
          </a:xfrm>
          <a:prstGeom prst="rect">
            <a:avLst/>
          </a:prstGeom>
          <a:solidFill>
            <a:schemeClr val="tx2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FF00"/>
                </a:solidFill>
              </a:rPr>
              <a:t>? </a:t>
            </a:r>
          </a:p>
        </p:txBody>
      </p:sp>
      <p:sp>
        <p:nvSpPr>
          <p:cNvPr id="24590" name="TextBox 11">
            <a:extLst>
              <a:ext uri="{FF2B5EF4-FFF2-40B4-BE49-F238E27FC236}">
                <a16:creationId xmlns:a16="http://schemas.microsoft.com/office/drawing/2014/main" id="{E62B5742-187D-693A-70F3-E9DE6DF02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" y="3006725"/>
            <a:ext cx="838200" cy="708025"/>
          </a:xfrm>
          <a:prstGeom prst="rect">
            <a:avLst/>
          </a:prstGeom>
          <a:solidFill>
            <a:schemeClr val="tx2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FFFF00"/>
                </a:solidFill>
              </a:rPr>
              <a:t>A</a:t>
            </a:r>
            <a:endParaRPr lang="en-IN" altLang="en-US" sz="40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2">
            <a:extLst>
              <a:ext uri="{FF2B5EF4-FFF2-40B4-BE49-F238E27FC236}">
                <a16:creationId xmlns:a16="http://schemas.microsoft.com/office/drawing/2014/main" id="{C5BCC6FC-5801-3601-F644-773F2A6A440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52400" y="-4445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CA546E-2EA7-4E09-29DF-152B52B1DC74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604" name="TextBox 4">
            <a:extLst>
              <a:ext uri="{FF2B5EF4-FFF2-40B4-BE49-F238E27FC236}">
                <a16:creationId xmlns:a16="http://schemas.microsoft.com/office/drawing/2014/main" id="{F0F6D4FB-38EF-806C-9748-DEFA86973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25605" name="TextBox 5">
            <a:extLst>
              <a:ext uri="{FF2B5EF4-FFF2-40B4-BE49-F238E27FC236}">
                <a16:creationId xmlns:a16="http://schemas.microsoft.com/office/drawing/2014/main" id="{CD44C25D-7F98-C9D7-B024-ADF9FE17F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25607" name="Date Placeholder 1">
            <a:extLst>
              <a:ext uri="{FF2B5EF4-FFF2-40B4-BE49-F238E27FC236}">
                <a16:creationId xmlns:a16="http://schemas.microsoft.com/office/drawing/2014/main" id="{1838A496-8D09-4C20-7E0B-10608B47FC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0DF055-DE03-4BAA-95DB-B2420F3E079E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25606" name="Footer Placeholder 8">
            <a:extLst>
              <a:ext uri="{FF2B5EF4-FFF2-40B4-BE49-F238E27FC236}">
                <a16:creationId xmlns:a16="http://schemas.microsoft.com/office/drawing/2014/main" id="{6BA5200B-0349-6255-E56D-78B15978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25608" name="Slide Number Placeholder 2">
            <a:extLst>
              <a:ext uri="{FF2B5EF4-FFF2-40B4-BE49-F238E27FC236}">
                <a16:creationId xmlns:a16="http://schemas.microsoft.com/office/drawing/2014/main" id="{C804F963-AB4C-C7F1-7F62-9245955D2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F8955B-7724-4BC6-B94A-73EC7462387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/>
          </a:p>
        </p:txBody>
      </p:sp>
      <p:pic>
        <p:nvPicPr>
          <p:cNvPr id="25609" name="Picture 2">
            <a:extLst>
              <a:ext uri="{FF2B5EF4-FFF2-40B4-BE49-F238E27FC236}">
                <a16:creationId xmlns:a16="http://schemas.microsoft.com/office/drawing/2014/main" id="{B06AEC84-AAB5-95E7-F77F-6B5717B76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449388"/>
            <a:ext cx="573405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0" name="TextBox 6">
            <a:extLst>
              <a:ext uri="{FF2B5EF4-FFF2-40B4-BE49-F238E27FC236}">
                <a16:creationId xmlns:a16="http://schemas.microsoft.com/office/drawing/2014/main" id="{91808CDE-1249-D5DE-D943-C9936F91A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15900"/>
            <a:ext cx="8686800" cy="5238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Examples of zero order reaction</a:t>
            </a:r>
            <a:endParaRPr lang="en-IN" altLang="en-US"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2">
            <a:extLst>
              <a:ext uri="{FF2B5EF4-FFF2-40B4-BE49-F238E27FC236}">
                <a16:creationId xmlns:a16="http://schemas.microsoft.com/office/drawing/2014/main" id="{B8E9DE37-5276-B412-F813-AB0E335056C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50825" y="20638"/>
            <a:ext cx="62404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3EE33-9F55-DFFC-A558-58806C792B9C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6628" name="TextBox 4">
            <a:extLst>
              <a:ext uri="{FF2B5EF4-FFF2-40B4-BE49-F238E27FC236}">
                <a16:creationId xmlns:a16="http://schemas.microsoft.com/office/drawing/2014/main" id="{8784249D-590C-96D8-F028-D672D4004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26629" name="TextBox 5">
            <a:extLst>
              <a:ext uri="{FF2B5EF4-FFF2-40B4-BE49-F238E27FC236}">
                <a16:creationId xmlns:a16="http://schemas.microsoft.com/office/drawing/2014/main" id="{0E965997-0467-44AE-9EFA-D281B0AA4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26631" name="Date Placeholder 1">
            <a:extLst>
              <a:ext uri="{FF2B5EF4-FFF2-40B4-BE49-F238E27FC236}">
                <a16:creationId xmlns:a16="http://schemas.microsoft.com/office/drawing/2014/main" id="{3D0A7B36-A678-E17C-6309-31946A214C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D41743-AF7E-4BA2-A40B-25D49E9D3CAA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26630" name="Footer Placeholder 8">
            <a:extLst>
              <a:ext uri="{FF2B5EF4-FFF2-40B4-BE49-F238E27FC236}">
                <a16:creationId xmlns:a16="http://schemas.microsoft.com/office/drawing/2014/main" id="{41820298-FA5A-239E-3CDF-A803D787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26632" name="Slide Number Placeholder 2">
            <a:extLst>
              <a:ext uri="{FF2B5EF4-FFF2-40B4-BE49-F238E27FC236}">
                <a16:creationId xmlns:a16="http://schemas.microsoft.com/office/drawing/2014/main" id="{DA756485-964E-368F-8E5E-15FF649D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A667DB-75A8-43F6-A1BA-AE48A1ED34D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C3A4CE-6BDB-E1D7-92D1-16BA030EADEE}"/>
              </a:ext>
            </a:extLst>
          </p:cNvPr>
          <p:cNvSpPr/>
          <p:nvPr/>
        </p:nvSpPr>
        <p:spPr bwMode="auto">
          <a:xfrm>
            <a:off x="1506538" y="1397000"/>
            <a:ext cx="6019800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IN">
              <a:latin typeface="Arial" charset="0"/>
            </a:endParaRPr>
          </a:p>
        </p:txBody>
      </p:sp>
      <p:pic>
        <p:nvPicPr>
          <p:cNvPr id="26634" name="Picture 14">
            <a:extLst>
              <a:ext uri="{FF2B5EF4-FFF2-40B4-BE49-F238E27FC236}">
                <a16:creationId xmlns:a16="http://schemas.microsoft.com/office/drawing/2014/main" id="{C09F55E5-E8D8-9325-44E2-DCBA783EA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1828800"/>
            <a:ext cx="4572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5" name="TextBox 9">
            <a:extLst>
              <a:ext uri="{FF2B5EF4-FFF2-40B4-BE49-F238E27FC236}">
                <a16:creationId xmlns:a16="http://schemas.microsoft.com/office/drawing/2014/main" id="{EE2064FA-F510-E2C1-61CB-7A136F15F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" y="287338"/>
            <a:ext cx="8686800" cy="4619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Examples of First Order reaction</a:t>
            </a:r>
            <a:endParaRPr lang="en-I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>
            <a:extLst>
              <a:ext uri="{FF2B5EF4-FFF2-40B4-BE49-F238E27FC236}">
                <a16:creationId xmlns:a16="http://schemas.microsoft.com/office/drawing/2014/main" id="{F682BD9E-61CF-C99F-ECE6-8D5E49D20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8" y="1096963"/>
            <a:ext cx="8050212" cy="300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B050"/>
                </a:solidFill>
                <a:cs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100"/>
              <a:t>•A reaction is zero order  in a reactant if the change in concentration of that reactant produces no effect.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1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100"/>
              <a:t>• A reaction is 1st order if doubling  the concentration causes the rate to double.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1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100"/>
              <a:t>• A reaction is 2nd order  if doubling   the concentration     causes a quadruple   increase in rate. </a:t>
            </a:r>
            <a:endParaRPr lang="en-IN" altLang="en-US" sz="2100"/>
          </a:p>
        </p:txBody>
      </p:sp>
      <p:sp>
        <p:nvSpPr>
          <p:cNvPr id="27651" name="TextBox 2">
            <a:extLst>
              <a:ext uri="{FF2B5EF4-FFF2-40B4-BE49-F238E27FC236}">
                <a16:creationId xmlns:a16="http://schemas.microsoft.com/office/drawing/2014/main" id="{BDBD48B9-0198-0D93-33F2-7D5C34E87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152400"/>
            <a:ext cx="8724900" cy="646113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/>
              <a:t>Order of  reactions…</a:t>
            </a:r>
            <a:endParaRPr lang="en-IN" altLang="en-US" sz="3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E25A8B-EF2B-82EA-1D19-7A38DE7E43E1}"/>
              </a:ext>
            </a:extLst>
          </p:cNvPr>
          <p:cNvSpPr/>
          <p:nvPr/>
        </p:nvSpPr>
        <p:spPr>
          <a:xfrm>
            <a:off x="762000" y="1524000"/>
            <a:ext cx="8620125" cy="41703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The conversion of molecules X to Y follows second order kinetics. If concentration of X is increased to three times how will it affect the rate</a:t>
            </a:r>
          </a:p>
          <a:p>
            <a:pPr>
              <a:defRPr/>
            </a:pP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 of formation of Y?  </a:t>
            </a:r>
          </a:p>
          <a:p>
            <a:pPr>
              <a:defRPr/>
            </a:pPr>
            <a:r>
              <a:rPr lang="en-US" sz="2000" dirty="0">
                <a:cs typeface="Arial" panose="020B0604020202020204" pitchFamily="34" charset="0"/>
              </a:rPr>
              <a:t> </a:t>
            </a:r>
          </a:p>
          <a:p>
            <a:pPr>
              <a:defRPr/>
            </a:pPr>
            <a:r>
              <a:rPr lang="en-US" sz="1500" dirty="0"/>
              <a:t>  </a:t>
            </a:r>
          </a:p>
          <a:p>
            <a:pPr>
              <a:defRPr/>
            </a:pPr>
            <a:endParaRPr lang="en-US" sz="150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sz="15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X→ Y </a:t>
            </a:r>
            <a:r>
              <a:rPr lang="en-US" dirty="0"/>
              <a:t>follows second order kinetics  </a:t>
            </a:r>
          </a:p>
          <a:p>
            <a:pPr>
              <a:defRPr/>
            </a:pPr>
            <a:r>
              <a:rPr lang="en-US" sz="2400" dirty="0">
                <a:cs typeface="Arial" panose="020B0604020202020204" pitchFamily="34" charset="0"/>
              </a:rPr>
              <a:t> r  =k </a:t>
            </a:r>
            <a:r>
              <a:rPr lang="en-US" sz="2400" baseline="30000" dirty="0"/>
              <a:t>  </a:t>
            </a:r>
            <a:r>
              <a:rPr lang="en-US" sz="2400" dirty="0"/>
              <a:t> [X] </a:t>
            </a:r>
            <a:r>
              <a:rPr lang="en-US" sz="2400" baseline="30000" dirty="0"/>
              <a:t>2</a:t>
            </a:r>
          </a:p>
          <a:p>
            <a:pPr>
              <a:defRPr/>
            </a:pPr>
            <a:endParaRPr lang="en-US" sz="2400" baseline="30000" dirty="0">
              <a:solidFill>
                <a:srgbClr val="00B050"/>
              </a:solidFill>
            </a:endParaRPr>
          </a:p>
          <a:p>
            <a:pPr>
              <a:defRPr/>
            </a:pPr>
            <a:r>
              <a:rPr lang="en-US" sz="2400" baseline="30000" dirty="0">
                <a:solidFill>
                  <a:srgbClr val="00B050"/>
                </a:solidFill>
              </a:rPr>
              <a:t>  X is increase 3 times ,rate will become 9 times</a:t>
            </a:r>
          </a:p>
          <a:p>
            <a:pPr>
              <a:defRPr/>
            </a:pPr>
            <a:r>
              <a:rPr lang="en-US" sz="2400" baseline="30000" dirty="0"/>
              <a:t>   </a:t>
            </a:r>
            <a:r>
              <a:rPr lang="en-US" sz="2400" dirty="0">
                <a:cs typeface="Arial" panose="020B0604020202020204" pitchFamily="34" charset="0"/>
              </a:rPr>
              <a:t>r =k </a:t>
            </a:r>
            <a:r>
              <a:rPr lang="en-US" sz="2400" baseline="30000" dirty="0"/>
              <a:t>  </a:t>
            </a:r>
            <a:r>
              <a:rPr lang="en-US" sz="2400" dirty="0"/>
              <a:t> [3X] </a:t>
            </a:r>
            <a:r>
              <a:rPr lang="en-US" sz="2400" baseline="30000" dirty="0"/>
              <a:t>2</a:t>
            </a:r>
            <a:r>
              <a:rPr lang="en-IN" sz="2400" baseline="30000" dirty="0"/>
              <a:t>   </a:t>
            </a:r>
            <a:r>
              <a:rPr lang="en-US" sz="2400" dirty="0">
                <a:cs typeface="Arial" panose="020B0604020202020204" pitchFamily="34" charset="0"/>
              </a:rPr>
              <a:t>  i.e., r= 9x  k  </a:t>
            </a:r>
            <a:r>
              <a:rPr lang="en-US" sz="2400" dirty="0"/>
              <a:t>X</a:t>
            </a:r>
            <a:r>
              <a:rPr lang="en-US" sz="2400" baseline="30000" dirty="0"/>
              <a:t>2</a:t>
            </a:r>
            <a:endParaRPr lang="en-IN" sz="2400" dirty="0"/>
          </a:p>
          <a:p>
            <a:pPr>
              <a:defRPr/>
            </a:pPr>
            <a:r>
              <a:rPr lang="en-US" sz="2400" dirty="0">
                <a:cs typeface="Arial" panose="020B0604020202020204" pitchFamily="34" charset="0"/>
              </a:rPr>
              <a:t>    </a:t>
            </a:r>
            <a:endParaRPr lang="en-IN" sz="2400" dirty="0"/>
          </a:p>
          <a:p>
            <a:pPr>
              <a:defRPr/>
            </a:pPr>
            <a:r>
              <a:rPr lang="en-US" dirty="0"/>
              <a:t> </a:t>
            </a:r>
          </a:p>
        </p:txBody>
      </p:sp>
      <p:sp>
        <p:nvSpPr>
          <p:cNvPr id="28675" name="TextBox 2">
            <a:extLst>
              <a:ext uri="{FF2B5EF4-FFF2-40B4-BE49-F238E27FC236}">
                <a16:creationId xmlns:a16="http://schemas.microsoft.com/office/drawing/2014/main" id="{B2306B58-0CA9-B66B-55C7-71250330100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85800" y="347663"/>
            <a:ext cx="838200" cy="1016000"/>
          </a:xfrm>
          <a:prstGeom prst="rect">
            <a:avLst/>
          </a:prstGeom>
          <a:solidFill>
            <a:schemeClr val="tx2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FF00"/>
                </a:solidFill>
              </a:rPr>
              <a:t>? </a:t>
            </a:r>
          </a:p>
        </p:txBody>
      </p:sp>
      <p:sp>
        <p:nvSpPr>
          <p:cNvPr id="28676" name="TextBox 11">
            <a:extLst>
              <a:ext uri="{FF2B5EF4-FFF2-40B4-BE49-F238E27FC236}">
                <a16:creationId xmlns:a16="http://schemas.microsoft.com/office/drawing/2014/main" id="{B41EADBC-64F9-DDFD-651A-CE4F1D5DF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90800"/>
            <a:ext cx="838200" cy="708025"/>
          </a:xfrm>
          <a:prstGeom prst="rect">
            <a:avLst/>
          </a:prstGeom>
          <a:solidFill>
            <a:schemeClr val="tx2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FFFF00"/>
                </a:solidFill>
              </a:rPr>
              <a:t>A</a:t>
            </a:r>
            <a:endParaRPr lang="en-IN" altLang="en-US" sz="40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Box 2">
            <a:extLst>
              <a:ext uri="{FF2B5EF4-FFF2-40B4-BE49-F238E27FC236}">
                <a16:creationId xmlns:a16="http://schemas.microsoft.com/office/drawing/2014/main" id="{29DBE2E7-088E-700C-5071-853996DC7D7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29699" name="TextBox 3">
            <a:extLst>
              <a:ext uri="{FF2B5EF4-FFF2-40B4-BE49-F238E27FC236}">
                <a16:creationId xmlns:a16="http://schemas.microsoft.com/office/drawing/2014/main" id="{806E30BF-0070-8ED9-1AF5-943ED262A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614363"/>
            <a:ext cx="6858000" cy="139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000" b="1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</a:t>
            </a:r>
            <a:endParaRPr lang="en-IN" altLang="en-US" sz="2000">
              <a:latin typeface="Calibri" panose="020F0502020204030204" pitchFamily="34" charset="0"/>
              <a:ea typeface="DengXian" panose="02010600030101010101" pitchFamily="2" charset="-122"/>
              <a:cs typeface="Mangal" panose="02040503050203030202" pitchFamily="18" charset="0"/>
            </a:endParaRPr>
          </a:p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400">
                <a:solidFill>
                  <a:srgbClr val="0070C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Depending on the order of the reaction unit of rate constant changes</a:t>
            </a:r>
            <a:endParaRPr lang="en-IN" altLang="en-US" sz="2400">
              <a:solidFill>
                <a:srgbClr val="0070C0"/>
              </a:solidFill>
              <a:latin typeface="Calibri" panose="020F0502020204030204" pitchFamily="34" charset="0"/>
              <a:ea typeface="DengXian" panose="02010600030101010101" pitchFamily="2" charset="-122"/>
              <a:cs typeface="Mangal" panose="02040503050203030202" pitchFamily="18" charset="0"/>
            </a:endParaRPr>
          </a:p>
        </p:txBody>
      </p:sp>
      <p:sp>
        <p:nvSpPr>
          <p:cNvPr id="29700" name="TextBox 4">
            <a:extLst>
              <a:ext uri="{FF2B5EF4-FFF2-40B4-BE49-F238E27FC236}">
                <a16:creationId xmlns:a16="http://schemas.microsoft.com/office/drawing/2014/main" id="{6393EA98-AEFD-992A-617E-6D55AD3E6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300413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29701" name="TextBox 5">
            <a:extLst>
              <a:ext uri="{FF2B5EF4-FFF2-40B4-BE49-F238E27FC236}">
                <a16:creationId xmlns:a16="http://schemas.microsoft.com/office/drawing/2014/main" id="{C897CE5D-20C9-89CD-7312-5F71EF26C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29703" name="Date Placeholder 1">
            <a:extLst>
              <a:ext uri="{FF2B5EF4-FFF2-40B4-BE49-F238E27FC236}">
                <a16:creationId xmlns:a16="http://schemas.microsoft.com/office/drawing/2014/main" id="{C3896733-C5EF-76C2-BFA8-987D1E07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3BE80C-6CC7-4AAD-8CDB-DD56F53E3211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29702" name="Footer Placeholder 8">
            <a:extLst>
              <a:ext uri="{FF2B5EF4-FFF2-40B4-BE49-F238E27FC236}">
                <a16:creationId xmlns:a16="http://schemas.microsoft.com/office/drawing/2014/main" id="{F637EEE1-03BF-865C-F815-CE4B92E43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29704" name="Slide Number Placeholder 2">
            <a:extLst>
              <a:ext uri="{FF2B5EF4-FFF2-40B4-BE49-F238E27FC236}">
                <a16:creationId xmlns:a16="http://schemas.microsoft.com/office/drawing/2014/main" id="{FB6D1DA6-0040-B81D-5FD0-A589826D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7BE44E-3262-448A-A0E4-95B46C59E39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29705" name="TextBox 1">
            <a:extLst>
              <a:ext uri="{FF2B5EF4-FFF2-40B4-BE49-F238E27FC236}">
                <a16:creationId xmlns:a16="http://schemas.microsoft.com/office/drawing/2014/main" id="{19D7B8FF-6EDE-5B4D-E8C2-9290B870D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4800"/>
            <a:ext cx="8686800" cy="584200"/>
          </a:xfrm>
          <a:prstGeom prst="rect">
            <a:avLst/>
          </a:prstGeom>
          <a:solidFill>
            <a:srgbClr val="010000"/>
          </a:solidFill>
          <a:ln w="9525">
            <a:solidFill>
              <a:srgbClr val="00FF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DBFFFF"/>
                </a:solidFill>
              </a:rPr>
              <a:t>Unit of rate constant</a:t>
            </a:r>
            <a:endParaRPr lang="en-IN" altLang="en-US">
              <a:solidFill>
                <a:srgbClr val="DBFFFF"/>
              </a:solidFill>
            </a:endParaRPr>
          </a:p>
        </p:txBody>
      </p:sp>
      <p:sp>
        <p:nvSpPr>
          <p:cNvPr id="29706" name="Rectangle 9">
            <a:extLst>
              <a:ext uri="{FF2B5EF4-FFF2-40B4-BE49-F238E27FC236}">
                <a16:creationId xmlns:a16="http://schemas.microsoft.com/office/drawing/2014/main" id="{A13939A2-B2AA-8765-A0BB-58124356B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054225"/>
            <a:ext cx="69580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 For a general reaction aA+bB  → cC+dD </a:t>
            </a:r>
            <a:endParaRPr lang="en-IN" altLang="en-US" sz="2800">
              <a:cs typeface="Arial" panose="020B0604020202020204" pitchFamily="34" charset="0"/>
            </a:endParaRPr>
          </a:p>
        </p:txBody>
      </p:sp>
      <p:sp>
        <p:nvSpPr>
          <p:cNvPr id="29707" name="Arrow: Right 2">
            <a:extLst>
              <a:ext uri="{FF2B5EF4-FFF2-40B4-BE49-F238E27FC236}">
                <a16:creationId xmlns:a16="http://schemas.microsoft.com/office/drawing/2014/main" id="{D8DD5CB6-B2B8-B2CD-4EBD-660D85CC6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048000"/>
            <a:ext cx="381000" cy="117475"/>
          </a:xfrm>
          <a:prstGeom prst="rightArrow">
            <a:avLst>
              <a:gd name="adj1" fmla="val 100000"/>
              <a:gd name="adj2" fmla="val 4986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pic>
        <p:nvPicPr>
          <p:cNvPr id="29708" name="Picture 12">
            <a:extLst>
              <a:ext uri="{FF2B5EF4-FFF2-40B4-BE49-F238E27FC236}">
                <a16:creationId xmlns:a16="http://schemas.microsoft.com/office/drawing/2014/main" id="{4CEAD4E1-17CD-CCF4-B95B-B47302D85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725" y="2652713"/>
            <a:ext cx="5105400" cy="128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9" name="TextBox 14">
            <a:extLst>
              <a:ext uri="{FF2B5EF4-FFF2-40B4-BE49-F238E27FC236}">
                <a16:creationId xmlns:a16="http://schemas.microsoft.com/office/drawing/2014/main" id="{F20AC801-CDEB-9157-D460-440856E13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938588"/>
            <a:ext cx="6324600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800" b="1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Unit can be expressed  as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800" b="1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(</a:t>
            </a:r>
            <a:r>
              <a:rPr lang="en-IN" altLang="en-US" sz="28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</a:t>
            </a:r>
            <a:r>
              <a:rPr lang="en-IN" altLang="en-US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mol L</a:t>
            </a:r>
            <a:r>
              <a:rPr lang="en-IN" altLang="en-US" baseline="300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-1   ) (1- n)</a:t>
            </a:r>
            <a:r>
              <a:rPr lang="en-IN" altLang="en-US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s</a:t>
            </a:r>
            <a:r>
              <a:rPr lang="en-IN" altLang="en-US" baseline="300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-1</a:t>
            </a:r>
            <a:endParaRPr lang="en-IN" altLang="en-US">
              <a:ea typeface="DengXian" panose="02010600030101010101" pitchFamily="2" charset="-122"/>
              <a:cs typeface="Mangal" panose="02040503050203030202" pitchFamily="18" charset="0"/>
            </a:endParaRPr>
          </a:p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1800" baseline="300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 </a:t>
            </a:r>
            <a:r>
              <a:rPr lang="en-IN" altLang="en-US" sz="1800">
                <a:solidFill>
                  <a:srgbClr val="FF000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 </a:t>
            </a:r>
            <a:endParaRPr lang="en-IN" altLang="en-US" sz="1600">
              <a:solidFill>
                <a:srgbClr val="FF0000"/>
              </a:solidFill>
              <a:latin typeface="Calibri" panose="020F0502020204030204" pitchFamily="34" charset="0"/>
              <a:ea typeface="DengXian" panose="02010600030101010101" pitchFamily="2" charset="-122"/>
              <a:cs typeface="Mangal" panose="02040503050203030202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Date Placeholder 1">
            <a:extLst>
              <a:ext uri="{FF2B5EF4-FFF2-40B4-BE49-F238E27FC236}">
                <a16:creationId xmlns:a16="http://schemas.microsoft.com/office/drawing/2014/main" id="{E2777285-438B-916D-154E-CCA2E16504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C3AFCC-CEA7-4556-8D85-E74E325D083B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30723" name="Footer Placeholder 2">
            <a:extLst>
              <a:ext uri="{FF2B5EF4-FFF2-40B4-BE49-F238E27FC236}">
                <a16:creationId xmlns:a16="http://schemas.microsoft.com/office/drawing/2014/main" id="{A779C2A5-09A2-A3CD-2137-4B6BC9C57D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155EEBFB-9357-BE6C-E40C-B928CCEDBC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A8E5AB-CE5B-46D7-82FE-FF798831CB5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4076F4C8-C610-2CBD-40E2-5336CB9F0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50950"/>
            <a:ext cx="6877050" cy="4419600"/>
          </a:xfrm>
          <a:prstGeom prst="rect">
            <a:avLst/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pic>
        <p:nvPicPr>
          <p:cNvPr id="30726" name="Picture 1">
            <a:extLst>
              <a:ext uri="{FF2B5EF4-FFF2-40B4-BE49-F238E27FC236}">
                <a16:creationId xmlns:a16="http://schemas.microsoft.com/office/drawing/2014/main" id="{93100A23-A139-0F96-FA70-847A5D5CE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76388"/>
            <a:ext cx="62103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7" name="TextBox 3">
            <a:extLst>
              <a:ext uri="{FF2B5EF4-FFF2-40B4-BE49-F238E27FC236}">
                <a16:creationId xmlns:a16="http://schemas.microsoft.com/office/drawing/2014/main" id="{44B488C4-62BF-15B5-B4E0-0C62828C8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2400"/>
            <a:ext cx="8686800" cy="5842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>
                <a:solidFill>
                  <a:srgbClr val="FFFF00"/>
                </a:solidFill>
              </a:rPr>
              <a:t>Units of rate constant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Date Placeholder 1">
            <a:extLst>
              <a:ext uri="{FF2B5EF4-FFF2-40B4-BE49-F238E27FC236}">
                <a16:creationId xmlns:a16="http://schemas.microsoft.com/office/drawing/2014/main" id="{98AA8F2E-73BE-9CBD-9777-0F06355898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1BCBDE-3A46-401B-8030-7668ED2307C9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31747" name="Footer Placeholder 2">
            <a:extLst>
              <a:ext uri="{FF2B5EF4-FFF2-40B4-BE49-F238E27FC236}">
                <a16:creationId xmlns:a16="http://schemas.microsoft.com/office/drawing/2014/main" id="{C3DD876E-3F32-6A0B-C9FC-C940EF7E62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EBCFE21C-AFD7-02B3-D324-085E7DCB56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77DA85-CC96-469B-8109-FF8F34418E7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2DF276C4-F129-5927-F24E-017C1157BA2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28600" y="228600"/>
            <a:ext cx="1752600" cy="1016000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en-US" sz="6000" b="1" dirty="0">
                <a:solidFill>
                  <a:srgbClr val="FFFF00"/>
                </a:solidFill>
              </a:rPr>
              <a:t>? </a:t>
            </a:r>
          </a:p>
        </p:txBody>
      </p:sp>
      <p:sp>
        <p:nvSpPr>
          <p:cNvPr id="31750" name="TextBox 5">
            <a:extLst>
              <a:ext uri="{FF2B5EF4-FFF2-40B4-BE49-F238E27FC236}">
                <a16:creationId xmlns:a16="http://schemas.microsoft.com/office/drawing/2014/main" id="{297119CE-46B0-B36C-E9B1-18244F35F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76400"/>
            <a:ext cx="5410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Identify order of the reaction if the units of its rate constant are  i)L‾¹ mol sec‾¹  ii)L mol‾¹ sec‾¹</a:t>
            </a:r>
            <a:endParaRPr lang="en-IN" altLang="en-US" sz="1800"/>
          </a:p>
        </p:txBody>
      </p:sp>
      <p:sp>
        <p:nvSpPr>
          <p:cNvPr id="31751" name="TextBox 11">
            <a:extLst>
              <a:ext uri="{FF2B5EF4-FFF2-40B4-BE49-F238E27FC236}">
                <a16:creationId xmlns:a16="http://schemas.microsoft.com/office/drawing/2014/main" id="{507D771E-2817-53CC-A833-E3456765A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3074988"/>
            <a:ext cx="1447800" cy="708025"/>
          </a:xfrm>
          <a:prstGeom prst="rect">
            <a:avLst/>
          </a:prstGeom>
          <a:solidFill>
            <a:schemeClr val="bg2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FFFF00"/>
                </a:solidFill>
              </a:rPr>
              <a:t>   A</a:t>
            </a:r>
            <a:endParaRPr lang="en-IN" altLang="en-US" sz="4000">
              <a:solidFill>
                <a:srgbClr val="FFFF00"/>
              </a:solidFill>
            </a:endParaRPr>
          </a:p>
        </p:txBody>
      </p:sp>
      <p:sp>
        <p:nvSpPr>
          <p:cNvPr id="31752" name="TextBox 7">
            <a:extLst>
              <a:ext uri="{FF2B5EF4-FFF2-40B4-BE49-F238E27FC236}">
                <a16:creationId xmlns:a16="http://schemas.microsoft.com/office/drawing/2014/main" id="{CC76C794-7271-7423-A2CC-BB24DA885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3074988"/>
            <a:ext cx="5486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i)Zero order   ii)Second order</a:t>
            </a:r>
            <a:endParaRPr lang="en-IN" altLang="en-US"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>
            <a:extLst>
              <a:ext uri="{FF2B5EF4-FFF2-40B4-BE49-F238E27FC236}">
                <a16:creationId xmlns:a16="http://schemas.microsoft.com/office/drawing/2014/main" id="{7F8E1F5B-5DEF-DC07-D0C9-1337F4068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073275"/>
            <a:ext cx="8686800" cy="724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The decomposition reaction of NH</a:t>
            </a:r>
            <a:r>
              <a:rPr lang="en-US" altLang="en-US" sz="2800" baseline="-25000">
                <a:ea typeface="DengXian" panose="02010600030101010101" pitchFamily="2" charset="-122"/>
                <a:cs typeface="Mangal" panose="02040503050203030202" pitchFamily="18" charset="0"/>
              </a:rPr>
              <a:t>3</a:t>
            </a:r>
            <a:endParaRPr lang="en-IN" altLang="en-US" sz="28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 on platinum surface is given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B0F0"/>
                </a:solidFill>
                <a:ea typeface="DengXian" panose="02010600030101010101" pitchFamily="2" charset="-122"/>
              </a:rPr>
              <a:t> N</a:t>
            </a:r>
            <a:r>
              <a:rPr lang="en-US" altLang="en-US" sz="2800" baseline="-25000">
                <a:solidFill>
                  <a:srgbClr val="00B0F0"/>
                </a:solidFill>
                <a:ea typeface="DengXian" panose="02010600030101010101" pitchFamily="2" charset="-122"/>
              </a:rPr>
              <a:t>2</a:t>
            </a:r>
            <a:r>
              <a:rPr lang="en-US" altLang="en-US" sz="2800">
                <a:solidFill>
                  <a:srgbClr val="00B0F0"/>
                </a:solidFill>
                <a:ea typeface="DengXian" panose="02010600030101010101" pitchFamily="2" charset="-122"/>
              </a:rPr>
              <a:t>  +3 H</a:t>
            </a:r>
            <a:r>
              <a:rPr lang="en-US" altLang="en-US" sz="2800" baseline="-25000">
                <a:solidFill>
                  <a:srgbClr val="00B0F0"/>
                </a:solidFill>
                <a:ea typeface="DengXian" panose="02010600030101010101" pitchFamily="2" charset="-122"/>
              </a:rPr>
              <a:t>2</a:t>
            </a:r>
            <a:r>
              <a:rPr lang="en-US" altLang="en-US" sz="2800">
                <a:solidFill>
                  <a:srgbClr val="00B0F0"/>
                </a:solidFill>
                <a:ea typeface="DengXian" panose="02010600030101010101" pitchFamily="2" charset="-122"/>
              </a:rPr>
              <a:t>  </a:t>
            </a:r>
            <a:r>
              <a:rPr lang="en-US" altLang="en-US" sz="2800">
                <a:solidFill>
                  <a:srgbClr val="00B0F0"/>
                </a:solidFill>
                <a:cs typeface="Times New Roman" panose="02020603050405020304" pitchFamily="18" charset="0"/>
              </a:rPr>
              <a:t>→</a:t>
            </a:r>
            <a:r>
              <a:rPr lang="en-US" altLang="en-US" sz="2800">
                <a:solidFill>
                  <a:srgbClr val="00B0F0"/>
                </a:solidFill>
                <a:ea typeface="DengXian" panose="02010600030101010101" pitchFamily="2" charset="-122"/>
              </a:rPr>
              <a:t>   2NH</a:t>
            </a:r>
            <a:r>
              <a:rPr lang="en-US" altLang="en-US" sz="2800" baseline="-25000">
                <a:solidFill>
                  <a:srgbClr val="00B0F0"/>
                </a:solidFill>
                <a:ea typeface="DengXian" panose="02010600030101010101" pitchFamily="2" charset="-122"/>
              </a:rPr>
              <a:t>3</a:t>
            </a:r>
            <a:endParaRPr lang="en-IN" altLang="en-US" sz="28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What are the rates of production of N</a:t>
            </a:r>
            <a:r>
              <a:rPr lang="en-US" altLang="en-US" sz="2800" baseline="-25000">
                <a:ea typeface="DengXian" panose="02010600030101010101" pitchFamily="2" charset="-122"/>
              </a:rPr>
              <a:t>2</a:t>
            </a:r>
            <a:r>
              <a:rPr lang="en-US" altLang="en-US" sz="2800">
                <a:ea typeface="DengXian" panose="02010600030101010101" pitchFamily="2" charset="-122"/>
              </a:rPr>
              <a:t> </a:t>
            </a:r>
            <a:r>
              <a:rPr lang="en-US" altLang="en-US" sz="2800"/>
              <a:t> and H </a:t>
            </a:r>
            <a:r>
              <a:rPr lang="en-US" altLang="en-US" sz="2800" baseline="-25000">
                <a:ea typeface="DengXian" panose="02010600030101010101" pitchFamily="2" charset="-122"/>
              </a:rPr>
              <a:t>2</a:t>
            </a:r>
            <a:r>
              <a:rPr lang="en-US" altLang="en-US" sz="2800">
                <a:solidFill>
                  <a:srgbClr val="00B0F0"/>
                </a:solidFill>
                <a:ea typeface="DengXian" panose="02010600030101010101" pitchFamily="2" charset="-122"/>
              </a:rPr>
              <a:t> </a:t>
            </a:r>
            <a:endParaRPr lang="en-US" altLang="en-US" sz="28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 if K=</a:t>
            </a:r>
            <a:r>
              <a:rPr lang="en-IN" altLang="en-US" sz="2800"/>
              <a:t> </a:t>
            </a:r>
            <a:r>
              <a:rPr lang="en-US" altLang="en-US" sz="2800"/>
              <a:t>2.5 X10</a:t>
            </a:r>
            <a:r>
              <a:rPr lang="en-US" altLang="en-US" sz="2800" baseline="30000"/>
              <a:t>-4</a:t>
            </a:r>
            <a:r>
              <a:rPr lang="en-US" altLang="en-US" sz="2800"/>
              <a:t>mol l</a:t>
            </a:r>
            <a:r>
              <a:rPr lang="en-US" altLang="en-US" sz="2800" baseline="30000"/>
              <a:t>-1</a:t>
            </a:r>
            <a:r>
              <a:rPr lang="en-US" altLang="en-US" sz="2800"/>
              <a:t> s</a:t>
            </a:r>
            <a:r>
              <a:rPr lang="en-US" altLang="en-US" sz="2800" baseline="30000"/>
              <a:t>-1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aseline="30000"/>
              <a:t>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</a:t>
            </a:r>
            <a:endParaRPr lang="en-IN" altLang="en-US" sz="1800"/>
          </a:p>
        </p:txBody>
      </p:sp>
      <p:sp>
        <p:nvSpPr>
          <p:cNvPr id="32771" name="Rectangle 4">
            <a:extLst>
              <a:ext uri="{FF2B5EF4-FFF2-40B4-BE49-F238E27FC236}">
                <a16:creationId xmlns:a16="http://schemas.microsoft.com/office/drawing/2014/main" id="{8A04FEC4-40D7-76D4-FC09-7ED343900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3" y="1752600"/>
            <a:ext cx="5346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. </a:t>
            </a:r>
            <a:endParaRPr lang="en-IN" altLang="en-US" sz="180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F0BEBA80-0FCB-74A7-044B-711D837AEB0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19100" y="347663"/>
            <a:ext cx="1562100" cy="1016000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en-US" sz="6000" b="1" dirty="0">
                <a:solidFill>
                  <a:srgbClr val="FFFF00"/>
                </a:solidFill>
              </a:rPr>
              <a:t>?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Box 2">
            <a:extLst>
              <a:ext uri="{FF2B5EF4-FFF2-40B4-BE49-F238E27FC236}">
                <a16:creationId xmlns:a16="http://schemas.microsoft.com/office/drawing/2014/main" id="{8665430A-3DCB-6373-AF7B-314346C0402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27025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EC241A-5E06-14CB-E3F0-BC3348503CBE}"/>
              </a:ext>
            </a:extLst>
          </p:cNvPr>
          <p:cNvSpPr txBox="1"/>
          <p:nvPr/>
        </p:nvSpPr>
        <p:spPr>
          <a:xfrm>
            <a:off x="609600" y="1447800"/>
            <a:ext cx="48006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3796" name="TextBox 5">
            <a:extLst>
              <a:ext uri="{FF2B5EF4-FFF2-40B4-BE49-F238E27FC236}">
                <a16:creationId xmlns:a16="http://schemas.microsoft.com/office/drawing/2014/main" id="{521E66F1-6FB0-DFA8-FA25-4A4981F52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33798" name="Date Placeholder 1">
            <a:extLst>
              <a:ext uri="{FF2B5EF4-FFF2-40B4-BE49-F238E27FC236}">
                <a16:creationId xmlns:a16="http://schemas.microsoft.com/office/drawing/2014/main" id="{097D669B-367E-98CE-14D2-C0F8EFF632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015874-470A-401D-80D8-5523A151760A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33797" name="Footer Placeholder 8">
            <a:extLst>
              <a:ext uri="{FF2B5EF4-FFF2-40B4-BE49-F238E27FC236}">
                <a16:creationId xmlns:a16="http://schemas.microsoft.com/office/drawing/2014/main" id="{482BDCFF-EDFD-1B22-67EF-206079A03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33799" name="Slide Number Placeholder 2">
            <a:extLst>
              <a:ext uri="{FF2B5EF4-FFF2-40B4-BE49-F238E27FC236}">
                <a16:creationId xmlns:a16="http://schemas.microsoft.com/office/drawing/2014/main" id="{A581BE72-A722-68E2-856E-2E5726837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3D44CD-2132-471E-B003-20244E0AB03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33800" name="TextBox 11">
            <a:extLst>
              <a:ext uri="{FF2B5EF4-FFF2-40B4-BE49-F238E27FC236}">
                <a16:creationId xmlns:a16="http://schemas.microsoft.com/office/drawing/2014/main" id="{24A51488-A88C-EAE1-079C-41C584A62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54000"/>
            <a:ext cx="1447800" cy="708025"/>
          </a:xfrm>
          <a:prstGeom prst="rect">
            <a:avLst/>
          </a:prstGeom>
          <a:solidFill>
            <a:schemeClr val="bg2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FFFF00"/>
                </a:solidFill>
              </a:rPr>
              <a:t>A</a:t>
            </a:r>
            <a:endParaRPr lang="en-IN" altLang="en-US" sz="4000">
              <a:solidFill>
                <a:srgbClr val="FFFF00"/>
              </a:solidFill>
            </a:endParaRPr>
          </a:p>
        </p:txBody>
      </p:sp>
      <p:sp>
        <p:nvSpPr>
          <p:cNvPr id="33801" name="TextBox 9">
            <a:extLst>
              <a:ext uri="{FF2B5EF4-FFF2-40B4-BE49-F238E27FC236}">
                <a16:creationId xmlns:a16="http://schemas.microsoft.com/office/drawing/2014/main" id="{6F521504-FC90-F17B-B932-985D9C102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6350" y="2714625"/>
            <a:ext cx="7505700" cy="77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en-US" sz="2400">
                <a:ea typeface="DengXian" panose="02010600030101010101" pitchFamily="2" charset="-122"/>
                <a:cs typeface="Mangal" panose="02040503050203030202" pitchFamily="18" charset="0"/>
              </a:rPr>
              <a:t>     </a:t>
            </a:r>
            <a:endParaRPr lang="en-IN" altLang="en-US" sz="2400">
              <a:solidFill>
                <a:srgbClr val="FF0000"/>
              </a:solidFill>
              <a:latin typeface="Calibri" panose="020F0502020204030204" pitchFamily="34" charset="0"/>
              <a:ea typeface="DengXian" panose="02010600030101010101" pitchFamily="2" charset="-122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en-US" sz="1200">
                <a:solidFill>
                  <a:srgbClr val="00B0F0"/>
                </a:solidFill>
                <a:ea typeface="DengXian" panose="02010600030101010101" pitchFamily="2" charset="-122"/>
                <a:cs typeface="Mangal" panose="02040503050203030202" pitchFamily="18" charset="0"/>
              </a:rPr>
              <a:t> </a:t>
            </a:r>
            <a:endParaRPr lang="en-IN" altLang="en-US" sz="1800">
              <a:ea typeface="DengXian" panose="02010600030101010101" pitchFamily="2" charset="-122"/>
              <a:cs typeface="Mangal" panose="02040503050203030202" pitchFamily="18" charset="0"/>
            </a:endParaRPr>
          </a:p>
        </p:txBody>
      </p:sp>
      <p:pic>
        <p:nvPicPr>
          <p:cNvPr id="33802" name="Picture 1">
            <a:extLst>
              <a:ext uri="{FF2B5EF4-FFF2-40B4-BE49-F238E27FC236}">
                <a16:creationId xmlns:a16="http://schemas.microsoft.com/office/drawing/2014/main" id="{39861744-FD21-CB5F-5DE2-36DCF2BCF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100" y="620713"/>
            <a:ext cx="5422900" cy="531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3" name="TextBox 2">
            <a:extLst>
              <a:ext uri="{FF2B5EF4-FFF2-40B4-BE49-F238E27FC236}">
                <a16:creationId xmlns:a16="http://schemas.microsoft.com/office/drawing/2014/main" id="{F6E0C904-9FE4-8760-42C9-72F848489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0838" y="704850"/>
            <a:ext cx="7048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der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>
            <a:extLst>
              <a:ext uri="{FF2B5EF4-FFF2-40B4-BE49-F238E27FC236}">
                <a16:creationId xmlns:a16="http://schemas.microsoft.com/office/drawing/2014/main" id="{B6247D13-8CC8-F259-2350-46794A8B5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371600"/>
            <a:ext cx="87630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B050"/>
                </a:solidFill>
                <a:cs typeface="Arial" panose="020B0604020202020204" pitchFamily="34" charset="0"/>
              </a:rPr>
              <a:t>Elementary reactions are those which complete 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B050"/>
                </a:solidFill>
                <a:cs typeface="Arial" panose="020B0604020202020204" pitchFamily="34" charset="0"/>
              </a:rPr>
              <a:t>in one step 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B050"/>
                </a:solidFill>
                <a:latin typeface="Bookman-Light"/>
              </a:rPr>
              <a:t> </a:t>
            </a:r>
            <a:r>
              <a:rPr lang="en-US" altLang="en-US" sz="2800">
                <a:solidFill>
                  <a:srgbClr val="FF0000"/>
                </a:solidFill>
                <a:cs typeface="Arial" panose="020B0604020202020204" pitchFamily="34" charset="0"/>
              </a:rPr>
              <a:t>NH</a:t>
            </a:r>
            <a:r>
              <a:rPr lang="en-US" altLang="en-US" sz="2800" baseline="-25000">
                <a:solidFill>
                  <a:srgbClr val="FF0000"/>
                </a:solidFill>
                <a:cs typeface="Arial" panose="020B0604020202020204" pitchFamily="34" charset="0"/>
              </a:rPr>
              <a:t>4</a:t>
            </a:r>
            <a:r>
              <a:rPr lang="en-US" altLang="en-US" sz="2800">
                <a:solidFill>
                  <a:srgbClr val="FF0000"/>
                </a:solidFill>
                <a:cs typeface="Arial" panose="020B0604020202020204" pitchFamily="34" charset="0"/>
              </a:rPr>
              <a:t>NO</a:t>
            </a:r>
            <a:r>
              <a:rPr lang="en-US" altLang="en-US" sz="2800" baseline="-25000">
                <a:solidFill>
                  <a:srgbClr val="FF0000"/>
                </a:solidFill>
                <a:cs typeface="Arial" panose="020B0604020202020204" pitchFamily="34" charset="0"/>
              </a:rPr>
              <a:t>2</a:t>
            </a:r>
            <a:r>
              <a:rPr lang="en-US" altLang="en-US" sz="2800">
                <a:solidFill>
                  <a:srgbClr val="FF0000"/>
                </a:solidFill>
                <a:cs typeface="Arial" panose="020B0604020202020204" pitchFamily="34" charset="0"/>
              </a:rPr>
              <a:t> → N</a:t>
            </a:r>
            <a:r>
              <a:rPr lang="en-US" altLang="en-US" sz="2800" baseline="-25000">
                <a:solidFill>
                  <a:srgbClr val="FF0000"/>
                </a:solidFill>
                <a:cs typeface="Arial" panose="020B0604020202020204" pitchFamily="34" charset="0"/>
              </a:rPr>
              <a:t>2</a:t>
            </a:r>
            <a:r>
              <a:rPr lang="en-US" altLang="en-US" sz="2800">
                <a:solidFill>
                  <a:srgbClr val="FF0000"/>
                </a:solidFill>
                <a:cs typeface="Arial" panose="020B0604020202020204" pitchFamily="34" charset="0"/>
              </a:rPr>
              <a:t> + 2H</a:t>
            </a:r>
            <a:r>
              <a:rPr lang="en-US" altLang="en-US" sz="2800" baseline="-25000">
                <a:solidFill>
                  <a:srgbClr val="FF0000"/>
                </a:solidFill>
                <a:cs typeface="Arial" panose="020B0604020202020204" pitchFamily="34" charset="0"/>
              </a:rPr>
              <a:t>2</a:t>
            </a:r>
            <a:r>
              <a:rPr lang="en-US" altLang="en-US" sz="2800">
                <a:solidFill>
                  <a:srgbClr val="FF0000"/>
                </a:solidFill>
                <a:cs typeface="Arial" panose="020B0604020202020204" pitchFamily="34" charset="0"/>
              </a:rPr>
              <a:t>O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B050"/>
                </a:solidFill>
                <a:cs typeface="Arial" panose="020B0604020202020204" pitchFamily="34" charset="0"/>
              </a:rPr>
              <a:t>Decomposition of dinitrogen tetra oxide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  <a:cs typeface="Arial" panose="020B0604020202020204" pitchFamily="34" charset="0"/>
              </a:rPr>
              <a:t>  N</a:t>
            </a:r>
            <a:r>
              <a:rPr lang="en-US" altLang="en-US" sz="2800" baseline="-25000">
                <a:solidFill>
                  <a:srgbClr val="FF0000"/>
                </a:solidFill>
                <a:cs typeface="Arial" panose="020B0604020202020204" pitchFamily="34" charset="0"/>
              </a:rPr>
              <a:t>2</a:t>
            </a:r>
            <a:r>
              <a:rPr lang="en-US" altLang="en-US" sz="2800">
                <a:solidFill>
                  <a:srgbClr val="FF0000"/>
                </a:solidFill>
                <a:cs typeface="Arial" panose="020B0604020202020204" pitchFamily="34" charset="0"/>
              </a:rPr>
              <a:t>O</a:t>
            </a:r>
            <a:r>
              <a:rPr lang="en-US" altLang="en-US" sz="2800" baseline="-25000">
                <a:solidFill>
                  <a:srgbClr val="FF0000"/>
                </a:solidFill>
                <a:cs typeface="Arial" panose="020B0604020202020204" pitchFamily="34" charset="0"/>
              </a:rPr>
              <a:t>4</a:t>
            </a:r>
            <a:r>
              <a:rPr lang="en-US" altLang="en-US" sz="2800">
                <a:solidFill>
                  <a:srgbClr val="FF0000"/>
                </a:solidFill>
                <a:cs typeface="Arial" panose="020B0604020202020204" pitchFamily="34" charset="0"/>
              </a:rPr>
              <a:t>(g)  → 2NO</a:t>
            </a:r>
            <a:r>
              <a:rPr lang="en-US" altLang="en-US" sz="2800" baseline="-25000">
                <a:solidFill>
                  <a:srgbClr val="FF0000"/>
                </a:solidFill>
                <a:cs typeface="Arial" panose="020B0604020202020204" pitchFamily="34" charset="0"/>
              </a:rPr>
              <a:t>2</a:t>
            </a:r>
            <a:r>
              <a:rPr lang="en-US" altLang="en-US" sz="2800">
                <a:solidFill>
                  <a:srgbClr val="FF0000"/>
                </a:solidFill>
                <a:cs typeface="Arial" panose="020B0604020202020204" pitchFamily="34" charset="0"/>
              </a:rPr>
              <a:t>(g)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686DBB-BC7D-2787-81BA-3D4762409D86}"/>
              </a:ext>
            </a:extLst>
          </p:cNvPr>
          <p:cNvSpPr/>
          <p:nvPr/>
        </p:nvSpPr>
        <p:spPr>
          <a:xfrm>
            <a:off x="228600" y="228600"/>
            <a:ext cx="8709025" cy="52387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dirty="0">
                <a:cs typeface="Arial" panose="020B0604020202020204" pitchFamily="34" charset="0"/>
              </a:rPr>
              <a:t>                  Elementary Reaction</a:t>
            </a:r>
            <a:r>
              <a:rPr lang="en-US" sz="2800" b="1" dirty="0">
                <a:solidFill>
                  <a:srgbClr val="FFFF00"/>
                </a:solidFill>
                <a:cs typeface="Arial" panose="020B0604020202020204" pitchFamily="34" charset="0"/>
              </a:rPr>
              <a:t>  </a:t>
            </a:r>
            <a:endParaRPr lang="en-US" sz="2800" dirty="0">
              <a:solidFill>
                <a:srgbClr val="FFFF0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Box 2">
            <a:extLst>
              <a:ext uri="{FF2B5EF4-FFF2-40B4-BE49-F238E27FC236}">
                <a16:creationId xmlns:a16="http://schemas.microsoft.com/office/drawing/2014/main" id="{BCF42BB5-8BE5-C922-2954-F39DA28F87B1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191000" y="1941513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59A67-0E07-6A7D-167D-A9F048C54245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868" name="TextBox 4">
            <a:extLst>
              <a:ext uri="{FF2B5EF4-FFF2-40B4-BE49-F238E27FC236}">
                <a16:creationId xmlns:a16="http://schemas.microsoft.com/office/drawing/2014/main" id="{2073E34C-9E2B-324F-6EF6-994E7263C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468563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36869" name="TextBox 5">
            <a:extLst>
              <a:ext uri="{FF2B5EF4-FFF2-40B4-BE49-F238E27FC236}">
                <a16:creationId xmlns:a16="http://schemas.microsoft.com/office/drawing/2014/main" id="{4B63D718-6DB6-AB57-3973-CB77D5A8C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36871" name="Date Placeholder 1">
            <a:extLst>
              <a:ext uri="{FF2B5EF4-FFF2-40B4-BE49-F238E27FC236}">
                <a16:creationId xmlns:a16="http://schemas.microsoft.com/office/drawing/2014/main" id="{5C5F2667-DC52-96E5-A95B-6439C213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34FA83-CFC7-4C94-B416-2E654915998A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36870" name="Footer Placeholder 8">
            <a:extLst>
              <a:ext uri="{FF2B5EF4-FFF2-40B4-BE49-F238E27FC236}">
                <a16:creationId xmlns:a16="http://schemas.microsoft.com/office/drawing/2014/main" id="{974D8476-8166-14C2-F68A-8EDB21467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36872" name="Slide Number Placeholder 2">
            <a:extLst>
              <a:ext uri="{FF2B5EF4-FFF2-40B4-BE49-F238E27FC236}">
                <a16:creationId xmlns:a16="http://schemas.microsoft.com/office/drawing/2014/main" id="{132D7EB1-2CA5-729E-978E-7BEBD94C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CC1C74-2C60-4CAF-996E-1DD2C467DDE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36873" name="TextBox 8">
            <a:extLst>
              <a:ext uri="{FF2B5EF4-FFF2-40B4-BE49-F238E27FC236}">
                <a16:creationId xmlns:a16="http://schemas.microsoft.com/office/drawing/2014/main" id="{99280571-D721-A54D-8738-233F79F79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40000"/>
            <a:ext cx="8428038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sp>
        <p:nvSpPr>
          <p:cNvPr id="36874" name="Rectangle 9">
            <a:extLst>
              <a:ext uri="{FF2B5EF4-FFF2-40B4-BE49-F238E27FC236}">
                <a16:creationId xmlns:a16="http://schemas.microsoft.com/office/drawing/2014/main" id="{08D3D53A-E8CE-432B-D75F-74DFDB0B7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1509713"/>
            <a:ext cx="7010400" cy="1322387"/>
          </a:xfrm>
          <a:prstGeom prst="rect">
            <a:avLst/>
          </a:prstGeom>
          <a:solidFill>
            <a:srgbClr val="DDDDDD"/>
          </a:solidFill>
          <a:ln w="57150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000" b="1">
                <a:cs typeface="Arial" panose="020B0604020202020204" pitchFamily="34" charset="0"/>
              </a:rPr>
              <a:t>Molecularity of a reaction is simply the number of reacting species (atoms, ions or molecules) involved in an elementary reaction which must collide simultaneously.</a:t>
            </a:r>
            <a:endParaRPr lang="en-US" altLang="en-US" sz="2000"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ABC55-529C-02DE-4BAC-1BB6FF2B3155}"/>
              </a:ext>
            </a:extLst>
          </p:cNvPr>
          <p:cNvSpPr txBox="1"/>
          <p:nvPr/>
        </p:nvSpPr>
        <p:spPr>
          <a:xfrm>
            <a:off x="2667000" y="3713163"/>
            <a:ext cx="4038600" cy="17526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8100">
            <a:solidFill>
              <a:srgbClr val="0070C0"/>
            </a:solidFill>
          </a:ln>
        </p:spPr>
        <p:txBody>
          <a:bodyPr>
            <a:spAutoFit/>
          </a:bodyPr>
          <a:lstStyle/>
          <a:p>
            <a:pPr>
              <a:defRPr/>
            </a:pPr>
            <a:endParaRPr lang="en-IN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6C980512-1950-67A6-7A72-89BFBF598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2895600" y="3847168"/>
            <a:ext cx="3581400" cy="14852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65DD80-71EE-EA85-E514-44F0696A6633}"/>
              </a:ext>
            </a:extLst>
          </p:cNvPr>
          <p:cNvSpPr txBox="1"/>
          <p:nvPr/>
        </p:nvSpPr>
        <p:spPr>
          <a:xfrm>
            <a:off x="1066800" y="363538"/>
            <a:ext cx="2819400" cy="5842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3200" dirty="0">
                <a:solidFill>
                  <a:srgbClr val="00B050"/>
                </a:solidFill>
              </a:rPr>
              <a:t>Molecularity</a:t>
            </a:r>
            <a:endParaRPr lang="en-IN" sz="32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181B79-D935-D2E6-0AC8-E60A9711D78A}"/>
              </a:ext>
            </a:extLst>
          </p:cNvPr>
          <p:cNvSpPr/>
          <p:nvPr/>
        </p:nvSpPr>
        <p:spPr>
          <a:xfrm>
            <a:off x="609600" y="1295400"/>
            <a:ext cx="8064500" cy="44323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FFFF00"/>
                </a:solidFill>
                <a:cs typeface="Arial" panose="020B0604020202020204" pitchFamily="34" charset="0"/>
              </a:rPr>
              <a:t> </a:t>
            </a:r>
            <a:endParaRPr lang="en-US" sz="28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  <a:defRPr/>
            </a:pPr>
            <a:r>
              <a:rPr lang="en-US" sz="2800" dirty="0">
                <a:solidFill>
                  <a:srgbClr val="002060"/>
                </a:solidFill>
                <a:cs typeface="Arial" panose="020B0604020202020204" pitchFamily="34" charset="0"/>
              </a:rPr>
              <a:t>Bimolecular reactions involve simultaneous   collision between two species, </a:t>
            </a:r>
          </a:p>
          <a:p>
            <a:pPr>
              <a:defRPr/>
            </a:pPr>
            <a:r>
              <a:rPr lang="en-US" sz="2800" dirty="0">
                <a:solidFill>
                  <a:srgbClr val="002060"/>
                </a:solidFill>
                <a:cs typeface="Arial" panose="020B0604020202020204" pitchFamily="34" charset="0"/>
              </a:rPr>
              <a:t>     e.g. dissociation of hydrogen iodide.</a:t>
            </a:r>
          </a:p>
          <a:p>
            <a:pPr>
              <a:defRPr/>
            </a:pPr>
            <a:r>
              <a:rPr lang="en-US" sz="2800" dirty="0">
                <a:solidFill>
                  <a:srgbClr val="002060"/>
                </a:solidFill>
                <a:cs typeface="Arial" panose="020B0604020202020204" pitchFamily="34" charset="0"/>
              </a:rPr>
              <a:t>      2HI → H</a:t>
            </a:r>
            <a:r>
              <a:rPr lang="en-US" sz="2800" baseline="-25000" dirty="0">
                <a:solidFill>
                  <a:srgbClr val="002060"/>
                </a:solidFill>
                <a:cs typeface="Arial" panose="020B0604020202020204" pitchFamily="34" charset="0"/>
              </a:rPr>
              <a:t>2</a:t>
            </a:r>
            <a:r>
              <a:rPr lang="en-US" sz="2800" dirty="0">
                <a:solidFill>
                  <a:srgbClr val="002060"/>
                </a:solidFill>
                <a:cs typeface="Arial" panose="020B0604020202020204" pitchFamily="34" charset="0"/>
              </a:rPr>
              <a:t> + I</a:t>
            </a:r>
            <a:r>
              <a:rPr lang="en-US" sz="2800" baseline="-25000" dirty="0">
                <a:solidFill>
                  <a:srgbClr val="002060"/>
                </a:solidFill>
                <a:cs typeface="Arial" panose="020B0604020202020204" pitchFamily="34" charset="0"/>
              </a:rPr>
              <a:t>2</a:t>
            </a:r>
          </a:p>
          <a:p>
            <a:pPr marL="457200" indent="-457200">
              <a:buFont typeface="Wingdings" panose="05000000000000000000" pitchFamily="2" charset="2"/>
              <a:buChar char="ü"/>
              <a:defRPr/>
            </a:pPr>
            <a:r>
              <a:rPr lang="en-US" sz="2800" dirty="0" err="1">
                <a:solidFill>
                  <a:srgbClr val="002060"/>
                </a:solidFill>
                <a:cs typeface="Arial" panose="020B0604020202020204" pitchFamily="34" charset="0"/>
              </a:rPr>
              <a:t>Trimolecular</a:t>
            </a:r>
            <a:r>
              <a:rPr lang="en-US" sz="2800" dirty="0">
                <a:solidFill>
                  <a:srgbClr val="002060"/>
                </a:solidFill>
                <a:cs typeface="Arial" panose="020B0604020202020204" pitchFamily="34" charset="0"/>
              </a:rPr>
              <a:t> or </a:t>
            </a:r>
            <a:r>
              <a:rPr lang="en-US" sz="2800" dirty="0" err="1">
                <a:solidFill>
                  <a:srgbClr val="002060"/>
                </a:solidFill>
                <a:cs typeface="Arial" panose="020B0604020202020204" pitchFamily="34" charset="0"/>
              </a:rPr>
              <a:t>termolecular</a:t>
            </a:r>
            <a:r>
              <a:rPr lang="en-US" sz="2800" dirty="0">
                <a:solidFill>
                  <a:srgbClr val="002060"/>
                </a:solidFill>
                <a:cs typeface="Arial" panose="020B0604020202020204" pitchFamily="34" charset="0"/>
              </a:rPr>
              <a:t> reactions involve simultaneous collision between three reacting species</a:t>
            </a:r>
          </a:p>
          <a:p>
            <a:pPr>
              <a:defRPr/>
            </a:pPr>
            <a:r>
              <a:rPr lang="en-US" sz="2800" dirty="0">
                <a:solidFill>
                  <a:srgbClr val="002060"/>
                </a:solidFill>
                <a:cs typeface="Arial" panose="020B0604020202020204" pitchFamily="34" charset="0"/>
              </a:rPr>
              <a:t>        e.g. 2NO + O2 → 2NO2</a:t>
            </a:r>
          </a:p>
          <a:p>
            <a:pPr algn="just">
              <a:defRPr/>
            </a:pPr>
            <a:r>
              <a:rPr lang="en-US" sz="1400" b="1" dirty="0">
                <a:cs typeface="Arial" panose="020B0604020202020204" pitchFamily="34" charset="0"/>
              </a:rPr>
              <a:t> </a:t>
            </a:r>
          </a:p>
          <a:p>
            <a:pPr algn="just">
              <a:defRPr/>
            </a:pPr>
            <a:endParaRPr lang="en-US" sz="1600" b="1" dirty="0">
              <a:solidFill>
                <a:srgbClr val="FFC00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134E3-2A0E-1578-8F09-48224E5F1DD3}"/>
              </a:ext>
            </a:extLst>
          </p:cNvPr>
          <p:cNvSpPr txBox="1"/>
          <p:nvPr/>
        </p:nvSpPr>
        <p:spPr>
          <a:xfrm>
            <a:off x="228600" y="231775"/>
            <a:ext cx="5105400" cy="5857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3200" dirty="0">
                <a:solidFill>
                  <a:srgbClr val="FF0000"/>
                </a:solidFill>
              </a:rPr>
              <a:t>Molecularity….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Date Placeholder 1">
            <a:extLst>
              <a:ext uri="{FF2B5EF4-FFF2-40B4-BE49-F238E27FC236}">
                <a16:creationId xmlns:a16="http://schemas.microsoft.com/office/drawing/2014/main" id="{562AD14D-0F68-C5DB-ABAB-7C14244698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79E7D5-AD4B-4798-AD36-2616C2444C89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38915" name="Footer Placeholder 2">
            <a:extLst>
              <a:ext uri="{FF2B5EF4-FFF2-40B4-BE49-F238E27FC236}">
                <a16:creationId xmlns:a16="http://schemas.microsoft.com/office/drawing/2014/main" id="{0B4AF44A-9875-7011-2919-0B36F28F48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287F9283-C5A3-B3D3-9082-25EAABFC68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759E00-63BF-4B51-9D0D-0116F30E5F1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077A6-E05A-31BA-748C-3B4E158D1370}"/>
              </a:ext>
            </a:extLst>
          </p:cNvPr>
          <p:cNvSpPr txBox="1"/>
          <p:nvPr/>
        </p:nvSpPr>
        <p:spPr>
          <a:xfrm>
            <a:off x="228600" y="914400"/>
            <a:ext cx="8686800" cy="954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Why the reactions having  molecularity greater than three  rare ?</a:t>
            </a:r>
            <a:endParaRPr lang="en-I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9DF130-6116-A497-1207-3ACC2F12B15A}"/>
              </a:ext>
            </a:extLst>
          </p:cNvPr>
          <p:cNvSpPr txBox="1"/>
          <p:nvPr/>
        </p:nvSpPr>
        <p:spPr>
          <a:xfrm>
            <a:off x="228600" y="2835275"/>
            <a:ext cx="8686800" cy="12001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Since the chances of collision and reaction of more than three molecules at a time are very less, the molecularity greater than three is rare.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Box 2">
            <a:extLst>
              <a:ext uri="{FF2B5EF4-FFF2-40B4-BE49-F238E27FC236}">
                <a16:creationId xmlns:a16="http://schemas.microsoft.com/office/drawing/2014/main" id="{49BFD8BD-2E11-DCB5-8F48-B8186724503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9939" name="TextBox 3">
            <a:extLst>
              <a:ext uri="{FF2B5EF4-FFF2-40B4-BE49-F238E27FC236}">
                <a16:creationId xmlns:a16="http://schemas.microsoft.com/office/drawing/2014/main" id="{9AF0A239-7C6A-1268-7222-66847E909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03288"/>
            <a:ext cx="70104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cs typeface="Arial" panose="020B0604020202020204" pitchFamily="34" charset="0"/>
              </a:rPr>
              <a:t> Definition: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cs typeface="Arial" panose="020B0604020202020204" pitchFamily="34" charset="0"/>
              </a:rPr>
              <a:t> Multistep reactions where products are  obtained after completion of a sequence of elementary reactions</a:t>
            </a:r>
            <a:endParaRPr lang="en-US" altLang="en-US" sz="2400" b="1"/>
          </a:p>
        </p:txBody>
      </p:sp>
      <p:sp>
        <p:nvSpPr>
          <p:cNvPr id="39940" name="TextBox 4">
            <a:extLst>
              <a:ext uri="{FF2B5EF4-FFF2-40B4-BE49-F238E27FC236}">
                <a16:creationId xmlns:a16="http://schemas.microsoft.com/office/drawing/2014/main" id="{DD7C2541-B4EA-0E84-4817-C41EB53B1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39941" name="TextBox 5">
            <a:extLst>
              <a:ext uri="{FF2B5EF4-FFF2-40B4-BE49-F238E27FC236}">
                <a16:creationId xmlns:a16="http://schemas.microsoft.com/office/drawing/2014/main" id="{50BD02B6-09CF-35E8-2E9E-41503D828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39943" name="Date Placeholder 1">
            <a:extLst>
              <a:ext uri="{FF2B5EF4-FFF2-40B4-BE49-F238E27FC236}">
                <a16:creationId xmlns:a16="http://schemas.microsoft.com/office/drawing/2014/main" id="{DE37FF2E-CEB5-1F75-5868-1D23AC2AAC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7868AF-D332-4364-A18C-26C2AB63062F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39942" name="Footer Placeholder 8">
            <a:extLst>
              <a:ext uri="{FF2B5EF4-FFF2-40B4-BE49-F238E27FC236}">
                <a16:creationId xmlns:a16="http://schemas.microsoft.com/office/drawing/2014/main" id="{844D01AC-B1CE-4712-861F-4F7111B4D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39944" name="Slide Number Placeholder 2">
            <a:extLst>
              <a:ext uri="{FF2B5EF4-FFF2-40B4-BE49-F238E27FC236}">
                <a16:creationId xmlns:a16="http://schemas.microsoft.com/office/drawing/2014/main" id="{F7147CBE-E056-6ABE-63AF-6A606381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59E2F5-9034-4E22-B270-84138B57F1B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809C09-058D-1D33-EC67-67D7AF1B8546}"/>
              </a:ext>
            </a:extLst>
          </p:cNvPr>
          <p:cNvSpPr txBox="1"/>
          <p:nvPr/>
        </p:nvSpPr>
        <p:spPr>
          <a:xfrm>
            <a:off x="190500" y="220663"/>
            <a:ext cx="8763000" cy="5842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tx2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3200" dirty="0"/>
              <a:t>Complex reactions</a:t>
            </a:r>
            <a:endParaRPr lang="en-IN" sz="3200" dirty="0"/>
          </a:p>
        </p:txBody>
      </p:sp>
      <p:sp>
        <p:nvSpPr>
          <p:cNvPr id="39946" name="TextBox 10">
            <a:extLst>
              <a:ext uri="{FF2B5EF4-FFF2-40B4-BE49-F238E27FC236}">
                <a16:creationId xmlns:a16="http://schemas.microsoft.com/office/drawing/2014/main" id="{31D49D78-A008-C810-4CD9-BBA1D6D59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695575"/>
            <a:ext cx="81534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en-US" sz="2400" b="1">
                <a:cs typeface="Arial" panose="020B0604020202020204" pitchFamily="34" charset="0"/>
              </a:rPr>
              <a:t>Molecularity of a complex reaction has no meaning. </a:t>
            </a:r>
          </a:p>
          <a:p>
            <a:pPr algn="just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en-US" sz="2400" b="1">
                <a:cs typeface="Arial" panose="020B0604020202020204" pitchFamily="34" charset="0"/>
              </a:rPr>
              <a:t>The slowest step or slowest reaction determines the rate of the reaction</a:t>
            </a:r>
          </a:p>
          <a:p>
            <a:pPr algn="just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en-US" sz="2400" b="1">
              <a:cs typeface="Arial" panose="020B0604020202020204" pitchFamily="34" charset="0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en-US" sz="2400" b="1">
                <a:cs typeface="Arial" panose="020B0604020202020204" pitchFamily="34" charset="0"/>
              </a:rPr>
              <a:t>molecularity of the slowest elementary reaction of a complex reaction  similar to the overall order of the complex reaction.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2">
            <a:extLst>
              <a:ext uri="{FF2B5EF4-FFF2-40B4-BE49-F238E27FC236}">
                <a16:creationId xmlns:a16="http://schemas.microsoft.com/office/drawing/2014/main" id="{AA075895-D838-FA4B-5481-2833F5678B2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7DA0EE-4F30-C4FA-4A03-EBEC13147BE9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0964" name="TextBox 4">
            <a:extLst>
              <a:ext uri="{FF2B5EF4-FFF2-40B4-BE49-F238E27FC236}">
                <a16:creationId xmlns:a16="http://schemas.microsoft.com/office/drawing/2014/main" id="{AC11E42A-2AEF-D6B5-6851-EC1E04644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40965" name="TextBox 5">
            <a:extLst>
              <a:ext uri="{FF2B5EF4-FFF2-40B4-BE49-F238E27FC236}">
                <a16:creationId xmlns:a16="http://schemas.microsoft.com/office/drawing/2014/main" id="{DD2D3BBE-8981-BA02-6833-852BFA2C6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389438"/>
            <a:ext cx="70485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  </a:t>
            </a:r>
            <a:r>
              <a:rPr lang="en-US" altLang="en-US" sz="2400">
                <a:solidFill>
                  <a:srgbClr val="FF0000"/>
                </a:solidFill>
              </a:rPr>
              <a:t>The first step being slow, is the rate determining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   step  ,therefore order is two  </a:t>
            </a:r>
            <a:endParaRPr lang="en-US" altLang="en-US" sz="2400" b="1">
              <a:solidFill>
                <a:srgbClr val="FF0000"/>
              </a:solidFill>
            </a:endParaRPr>
          </a:p>
        </p:txBody>
      </p:sp>
      <p:sp>
        <p:nvSpPr>
          <p:cNvPr id="40967" name="Date Placeholder 1">
            <a:extLst>
              <a:ext uri="{FF2B5EF4-FFF2-40B4-BE49-F238E27FC236}">
                <a16:creationId xmlns:a16="http://schemas.microsoft.com/office/drawing/2014/main" id="{ABDCD2A8-EA58-3C46-84B1-611BF5EF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A6D5A0-A121-4E93-8B82-CBA18C8B91CF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40966" name="Footer Placeholder 8">
            <a:extLst>
              <a:ext uri="{FF2B5EF4-FFF2-40B4-BE49-F238E27FC236}">
                <a16:creationId xmlns:a16="http://schemas.microsoft.com/office/drawing/2014/main" id="{0605FBA3-7A6E-A48D-00E6-D9D6DB270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40968" name="Slide Number Placeholder 2">
            <a:extLst>
              <a:ext uri="{FF2B5EF4-FFF2-40B4-BE49-F238E27FC236}">
                <a16:creationId xmlns:a16="http://schemas.microsoft.com/office/drawing/2014/main" id="{CF480E68-689D-0432-7C84-D5B08FB38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776130-0600-411E-9469-9D522372DAB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40969" name="TextBox 2">
            <a:extLst>
              <a:ext uri="{FF2B5EF4-FFF2-40B4-BE49-F238E27FC236}">
                <a16:creationId xmlns:a16="http://schemas.microsoft.com/office/drawing/2014/main" id="{5DF02576-B961-6915-46CC-FDD33663E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" y="442913"/>
            <a:ext cx="6400800" cy="3789362"/>
          </a:xfrm>
          <a:prstGeom prst="rect">
            <a:avLst/>
          </a:prstGeom>
          <a:solidFill>
            <a:srgbClr val="A3B8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pic>
        <p:nvPicPr>
          <p:cNvPr id="40970" name="Picture 10">
            <a:extLst>
              <a:ext uri="{FF2B5EF4-FFF2-40B4-BE49-F238E27FC236}">
                <a16:creationId xmlns:a16="http://schemas.microsoft.com/office/drawing/2014/main" id="{EB7406ED-B952-1A5F-12DD-EFFFFA09B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23875"/>
            <a:ext cx="6019800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1" name="TextBox 6">
            <a:extLst>
              <a:ext uri="{FF2B5EF4-FFF2-40B4-BE49-F238E27FC236}">
                <a16:creationId xmlns:a16="http://schemas.microsoft.com/office/drawing/2014/main" id="{E0BDF7B0-90BB-E1AC-85AF-4FA4E3983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7650" y="3222625"/>
            <a:ext cx="1676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B0F0"/>
                </a:solidFill>
              </a:rPr>
              <a:t>  Slow </a:t>
            </a:r>
            <a:endParaRPr lang="en-IN" altLang="en-US" sz="1400">
              <a:solidFill>
                <a:srgbClr val="00B0F0"/>
              </a:solidFill>
            </a:endParaRPr>
          </a:p>
        </p:txBody>
      </p:sp>
      <p:sp>
        <p:nvSpPr>
          <p:cNvPr id="40972" name="TextBox 7">
            <a:extLst>
              <a:ext uri="{FF2B5EF4-FFF2-40B4-BE49-F238E27FC236}">
                <a16:creationId xmlns:a16="http://schemas.microsoft.com/office/drawing/2014/main" id="{409C2EB6-4C68-27A7-064F-A06DA5012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8150" y="3635375"/>
            <a:ext cx="7429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B0F0"/>
                </a:solidFill>
              </a:rPr>
              <a:t>fast</a:t>
            </a:r>
            <a:endParaRPr lang="en-IN" altLang="en-US" sz="160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625C819-6F06-2ACF-89EA-65D4DB1EB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50825"/>
            <a:ext cx="8686800" cy="8572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txBody>
          <a:bodyPr lIns="68580" tIns="34290" rIns="68580" bIns="34290" anchor="ctr">
            <a:spAutoFit/>
          </a:bodyPr>
          <a:lstStyle/>
          <a:p>
            <a:pPr defTabSz="685800">
              <a:defRPr/>
            </a:pPr>
            <a:r>
              <a:rPr lang="en-US" altLang="en-US" sz="2800" dirty="0">
                <a:ea typeface="DengXian" panose="02010600030101010101" pitchFamily="2" charset="-122"/>
                <a:cs typeface="Arial" panose="020B0604020202020204" pitchFamily="34" charset="0"/>
              </a:rPr>
              <a:t>Difference between order and molecularity</a:t>
            </a:r>
            <a:endParaRPr lang="hi-IN" altLang="en-US" sz="2800" dirty="0">
              <a:ea typeface="DengXian" panose="02010600030101010101" pitchFamily="2" charset="-122"/>
              <a:cs typeface="Mangal" panose="02040503050203030202" pitchFamily="18" charset="0"/>
            </a:endParaRPr>
          </a:p>
          <a:p>
            <a:pPr defTabSz="685800">
              <a:defRPr/>
            </a:pPr>
            <a:br>
              <a:rPr lang="hi-IN" altLang="en-US" sz="900" dirty="0">
                <a:solidFill>
                  <a:srgbClr val="FFFFFF"/>
                </a:solidFill>
                <a:ea typeface="DengXian" panose="02010600030101010101" pitchFamily="2" charset="-122"/>
                <a:cs typeface="Mangal" panose="02040503050203030202" pitchFamily="18" charset="0"/>
              </a:rPr>
            </a:br>
            <a:endParaRPr lang="en-US" altLang="en-US" sz="600" dirty="0"/>
          </a:p>
          <a:p>
            <a:pPr defTabSz="685800">
              <a:defRPr/>
            </a:pPr>
            <a:r>
              <a:rPr lang="en-US" altLang="en-US" sz="825" dirty="0">
                <a:latin typeface="Calibri" panose="020F0502020204030204" pitchFamily="34" charset="0"/>
                <a:ea typeface="DengXian" panose="02010600030101010101" pitchFamily="2" charset="-122"/>
                <a:cs typeface="Mangal" panose="02040503050203030202" pitchFamily="18" charset="0"/>
              </a:rPr>
              <a:t> </a:t>
            </a:r>
            <a:r>
              <a:rPr lang="en-US" altLang="en-US" sz="825" dirty="0">
                <a:ea typeface="DengXian" panose="02010600030101010101" pitchFamily="2" charset="-122"/>
                <a:cs typeface="Arial" panose="020B0604020202020204" pitchFamily="34" charset="0"/>
              </a:rPr>
              <a:t>       </a:t>
            </a:r>
            <a:endParaRPr lang="en-US" altLang="en-US" sz="135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9CD8B10-7087-3E7B-6F1D-E2A6BBBAF2B8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447800"/>
          <a:ext cx="7467600" cy="4354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8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87"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chemeClr val="tx1"/>
                          </a:solidFill>
                        </a:rPr>
                        <a:t>order</a:t>
                      </a:r>
                    </a:p>
                  </a:txBody>
                  <a:tcPr marL="68580" marR="68580" marT="34288" marB="34288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solidFill>
                            <a:schemeClr val="tx1"/>
                          </a:solidFill>
                        </a:rPr>
                        <a:t>molecularity</a:t>
                      </a:r>
                    </a:p>
                  </a:txBody>
                  <a:tcPr marL="68580" marR="68580" marT="34288" marB="34288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87"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Experimental quantity</a:t>
                      </a:r>
                      <a:endParaRPr lang="en-IN" sz="2000" dirty="0"/>
                    </a:p>
                  </a:txBody>
                  <a:tcPr marL="68580" marR="68580" marT="34288" marB="34288"/>
                </a:tc>
                <a:tc>
                  <a:txBody>
                    <a:bodyPr/>
                    <a:lstStyle/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theoretical</a:t>
                      </a:r>
                      <a:endParaRPr lang="en-IN" sz="2400" dirty="0"/>
                    </a:p>
                  </a:txBody>
                  <a:tcPr marL="68580" marR="68580" marT="34288" marB="34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76"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be zero and even a fraction </a:t>
                      </a:r>
                      <a:endParaRPr lang="en-IN" sz="2000" dirty="0"/>
                    </a:p>
                  </a:txBody>
                  <a:tcPr marL="68580" marR="68580" marT="34288" marB="34288"/>
                </a:tc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cannot be zero or a non integer</a:t>
                      </a:r>
                      <a:endParaRPr lang="en-IN" sz="2000" dirty="0"/>
                    </a:p>
                  </a:txBody>
                  <a:tcPr marL="68580" marR="68580" marT="34288" marB="34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1382"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applicable to elementary as well as complex reactions</a:t>
                      </a:r>
                      <a:endParaRPr lang="en-IN" sz="2000" dirty="0"/>
                    </a:p>
                  </a:txBody>
                  <a:tcPr marL="68580" marR="68580" marT="34288" marB="34288"/>
                </a:tc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applicable only for elementary reactions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sz="1400" dirty="0"/>
                    </a:p>
                  </a:txBody>
                  <a:tcPr marL="68580" marR="68580" marT="34288" marB="34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1382"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complex reaction, order is given by the slowest step</a:t>
                      </a:r>
                      <a:endParaRPr lang="en-IN" sz="2000" dirty="0"/>
                    </a:p>
                  </a:txBody>
                  <a:tcPr marL="68580" marR="68580" marT="34288" marB="34288"/>
                </a:tc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individual steps has its own   molecularity </a:t>
                      </a:r>
                      <a:endParaRPr lang="en-IN" sz="2000" dirty="0"/>
                    </a:p>
                  </a:txBody>
                  <a:tcPr marL="68580" marR="68580" marT="34288" marB="34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Date Placeholder 1">
            <a:extLst>
              <a:ext uri="{FF2B5EF4-FFF2-40B4-BE49-F238E27FC236}">
                <a16:creationId xmlns:a16="http://schemas.microsoft.com/office/drawing/2014/main" id="{FCD98BC8-6FFE-49DF-C886-3FB3E72B17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E12347-F935-4CCA-AFCD-E90DEE129A42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43011" name="Footer Placeholder 2">
            <a:extLst>
              <a:ext uri="{FF2B5EF4-FFF2-40B4-BE49-F238E27FC236}">
                <a16:creationId xmlns:a16="http://schemas.microsoft.com/office/drawing/2014/main" id="{9CC4903D-FD85-8EEA-E80E-0DAAB03461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1F115580-6F56-0505-DB58-B23E09BAB6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7F94D3-729B-40BE-B113-98CEA6E2222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3E94D2-1C6D-1145-679D-BF46AF4EADBC}"/>
              </a:ext>
            </a:extLst>
          </p:cNvPr>
          <p:cNvSpPr txBox="1"/>
          <p:nvPr/>
        </p:nvSpPr>
        <p:spPr>
          <a:xfrm>
            <a:off x="228600" y="228600"/>
            <a:ext cx="5338763" cy="5238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b="1" dirty="0">
                <a:cs typeface="Arial" panose="020B0604020202020204" pitchFamily="34" charset="0"/>
              </a:rPr>
              <a:t>Integrated Rate Equations</a:t>
            </a:r>
          </a:p>
        </p:txBody>
      </p:sp>
      <p:sp>
        <p:nvSpPr>
          <p:cNvPr id="43014" name="TextBox 7">
            <a:extLst>
              <a:ext uri="{FF2B5EF4-FFF2-40B4-BE49-F238E27FC236}">
                <a16:creationId xmlns:a16="http://schemas.microsoft.com/office/drawing/2014/main" id="{89D92AE2-DD4E-A43C-25F2-7B1051205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28813"/>
            <a:ext cx="83820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70C0"/>
                </a:solidFill>
                <a:cs typeface="Arial" panose="020B0604020202020204" pitchFamily="34" charset="0"/>
              </a:rPr>
              <a:t>Equation obtained by integrating the differential rate equation to give a relation between directly measured experimental data, i.e., concentrations at different times and rate constant is called integrated rate equation</a:t>
            </a:r>
            <a:r>
              <a:rPr lang="en-US" altLang="en-US" sz="1800">
                <a:solidFill>
                  <a:srgbClr val="0070C0"/>
                </a:solidFill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Box 2">
            <a:extLst>
              <a:ext uri="{FF2B5EF4-FFF2-40B4-BE49-F238E27FC236}">
                <a16:creationId xmlns:a16="http://schemas.microsoft.com/office/drawing/2014/main" id="{6AFB082A-180B-F932-972D-529170EFDE7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4035" name="TextBox 3">
            <a:extLst>
              <a:ext uri="{FF2B5EF4-FFF2-40B4-BE49-F238E27FC236}">
                <a16:creationId xmlns:a16="http://schemas.microsoft.com/office/drawing/2014/main" id="{7BDEA21D-0F92-12CC-66AC-4FD89A8AA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47800"/>
            <a:ext cx="6019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cs typeface="Arial" panose="020B0604020202020204" pitchFamily="34" charset="0"/>
              </a:rPr>
              <a:t>Zero Order Reactions</a:t>
            </a:r>
            <a:endParaRPr lang="en-US" altLang="en-US" sz="2400" b="1"/>
          </a:p>
        </p:txBody>
      </p:sp>
      <p:sp>
        <p:nvSpPr>
          <p:cNvPr id="44036" name="TextBox 4">
            <a:extLst>
              <a:ext uri="{FF2B5EF4-FFF2-40B4-BE49-F238E27FC236}">
                <a16:creationId xmlns:a16="http://schemas.microsoft.com/office/drawing/2014/main" id="{8F4185CA-E99F-FA99-B21D-70D9FC523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1695450"/>
            <a:ext cx="55626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4000" b="1">
                <a:cs typeface="Arial" panose="020B0604020202020204" pitchFamily="34" charset="0"/>
              </a:rPr>
              <a:t>       </a:t>
            </a:r>
            <a:r>
              <a:rPr lang="en-US" altLang="en-US" sz="2400" b="1">
                <a:solidFill>
                  <a:srgbClr val="C00000"/>
                </a:solidFill>
                <a:cs typeface="Arial" panose="020B0604020202020204" pitchFamily="34" charset="0"/>
              </a:rPr>
              <a:t>R → P</a:t>
            </a:r>
          </a:p>
          <a:p>
            <a:pPr>
              <a:buFontTx/>
              <a:buNone/>
            </a:pPr>
            <a:r>
              <a:rPr lang="en-US" altLang="en-US" sz="4000" b="1">
                <a:solidFill>
                  <a:srgbClr val="0070C0"/>
                </a:solidFill>
                <a:cs typeface="Arial" panose="020B0604020202020204" pitchFamily="34" charset="0"/>
              </a:rPr>
              <a:t>   </a:t>
            </a:r>
            <a:r>
              <a:rPr lang="en-US" altLang="en-US" sz="2000" b="1">
                <a:cs typeface="Arial" panose="020B0604020202020204" pitchFamily="34" charset="0"/>
              </a:rPr>
              <a:t>Rate </a:t>
            </a:r>
            <a:r>
              <a:rPr lang="en-IN" altLang="en-US" sz="2000" b="1">
                <a:cs typeface="Arial" panose="020B0604020202020204" pitchFamily="34" charset="0"/>
              </a:rPr>
              <a:t>∝ (Conc. Of Reactant)</a:t>
            </a:r>
            <a:r>
              <a:rPr lang="en-IN" altLang="en-US" sz="2000" b="1" baseline="30000">
                <a:cs typeface="Arial" panose="020B0604020202020204" pitchFamily="34" charset="0"/>
              </a:rPr>
              <a:t>0</a:t>
            </a:r>
            <a:endParaRPr lang="en-US" altLang="en-US" sz="2000" b="1" baseline="30000">
              <a:cs typeface="Arial" panose="020B0604020202020204" pitchFamily="34" charset="0"/>
            </a:endParaRPr>
          </a:p>
        </p:txBody>
      </p:sp>
      <p:sp>
        <p:nvSpPr>
          <p:cNvPr id="44037" name="TextBox 5">
            <a:extLst>
              <a:ext uri="{FF2B5EF4-FFF2-40B4-BE49-F238E27FC236}">
                <a16:creationId xmlns:a16="http://schemas.microsoft.com/office/drawing/2014/main" id="{31502DD2-28F9-038F-977F-A95B0E698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376738"/>
            <a:ext cx="76962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44039" name="Date Placeholder 1">
            <a:extLst>
              <a:ext uri="{FF2B5EF4-FFF2-40B4-BE49-F238E27FC236}">
                <a16:creationId xmlns:a16="http://schemas.microsoft.com/office/drawing/2014/main" id="{915EBE60-75E5-0A52-CC97-1BEF63957A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B764A9-1F75-45DC-B490-1F7008B14B78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44038" name="Footer Placeholder 8">
            <a:extLst>
              <a:ext uri="{FF2B5EF4-FFF2-40B4-BE49-F238E27FC236}">
                <a16:creationId xmlns:a16="http://schemas.microsoft.com/office/drawing/2014/main" id="{FA1B43C9-0CFC-EA87-223B-EA90E9B3E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44040" name="Slide Number Placeholder 2">
            <a:extLst>
              <a:ext uri="{FF2B5EF4-FFF2-40B4-BE49-F238E27FC236}">
                <a16:creationId xmlns:a16="http://schemas.microsoft.com/office/drawing/2014/main" id="{F916818C-79BF-CC59-943B-FAC056C3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B2BE62-9C4B-4833-8AA7-DA35DA365902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A8A510-CF6F-F866-FAED-961BC3F05E4E}"/>
              </a:ext>
            </a:extLst>
          </p:cNvPr>
          <p:cNvSpPr txBox="1"/>
          <p:nvPr/>
        </p:nvSpPr>
        <p:spPr>
          <a:xfrm>
            <a:off x="228600" y="225425"/>
            <a:ext cx="8686800" cy="584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3200" dirty="0"/>
              <a:t>Integrated rate equations</a:t>
            </a:r>
            <a:endParaRPr lang="en-IN" sz="3200" dirty="0"/>
          </a:p>
        </p:txBody>
      </p:sp>
      <p:sp>
        <p:nvSpPr>
          <p:cNvPr id="44042" name="Rectangle 7">
            <a:extLst>
              <a:ext uri="{FF2B5EF4-FFF2-40B4-BE49-F238E27FC236}">
                <a16:creationId xmlns:a16="http://schemas.microsoft.com/office/drawing/2014/main" id="{88267790-D68E-2772-ED13-CA293DB85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13" y="3244850"/>
            <a:ext cx="4800600" cy="2667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pic>
        <p:nvPicPr>
          <p:cNvPr id="44043" name="Picture 2">
            <a:extLst>
              <a:ext uri="{FF2B5EF4-FFF2-40B4-BE49-F238E27FC236}">
                <a16:creationId xmlns:a16="http://schemas.microsoft.com/office/drawing/2014/main" id="{40180573-4CA7-16F9-8D86-9D29B9B56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3306763"/>
            <a:ext cx="44196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Date Placeholder 1">
            <a:extLst>
              <a:ext uri="{FF2B5EF4-FFF2-40B4-BE49-F238E27FC236}">
                <a16:creationId xmlns:a16="http://schemas.microsoft.com/office/drawing/2014/main" id="{B3FCE963-947F-F213-A456-5BA5A57D6E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6619D9-25FC-4B37-B752-64F212ED560C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45059" name="Footer Placeholder 2">
            <a:extLst>
              <a:ext uri="{FF2B5EF4-FFF2-40B4-BE49-F238E27FC236}">
                <a16:creationId xmlns:a16="http://schemas.microsoft.com/office/drawing/2014/main" id="{FDE5D3EC-06E6-1587-0B6F-8C881C23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0D2D848D-76CB-CF56-C76F-F0C0D4BD46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BB6B4B-C74A-4E84-ABEE-B32975600BD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/>
          </a:p>
        </p:txBody>
      </p:sp>
      <p:sp>
        <p:nvSpPr>
          <p:cNvPr id="45061" name="TextBox 5">
            <a:extLst>
              <a:ext uri="{FF2B5EF4-FFF2-40B4-BE49-F238E27FC236}">
                <a16:creationId xmlns:a16="http://schemas.microsoft.com/office/drawing/2014/main" id="{1E9ED6F3-5C7A-2657-360B-93142D565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9600"/>
            <a:ext cx="830580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Integrating both sides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 [R] = – k t + I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where, I is the constant of integration.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At  t = 0, the concentration of the reactant  [R]=[R]o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where [R]o is initial concentration of the reactant.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Substituting in equation 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 [R] = –k × 0 + I 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[R]o=1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Substituting the value of I in the equation )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[R] = -kt + [R]0 </a:t>
            </a:r>
            <a:endParaRPr lang="en-IN" altLang="en-US" sz="2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Box 2">
            <a:extLst>
              <a:ext uri="{FF2B5EF4-FFF2-40B4-BE49-F238E27FC236}">
                <a16:creationId xmlns:a16="http://schemas.microsoft.com/office/drawing/2014/main" id="{4536EFAC-E752-91DC-8A6D-B55C8666791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77488-E05A-1DA3-0B11-1C9AF29B8E15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084" name="TextBox 4">
            <a:extLst>
              <a:ext uri="{FF2B5EF4-FFF2-40B4-BE49-F238E27FC236}">
                <a16:creationId xmlns:a16="http://schemas.microsoft.com/office/drawing/2014/main" id="{8A3E7425-66BE-3F98-EC7A-171211F6F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46085" name="TextBox 5">
            <a:extLst>
              <a:ext uri="{FF2B5EF4-FFF2-40B4-BE49-F238E27FC236}">
                <a16:creationId xmlns:a16="http://schemas.microsoft.com/office/drawing/2014/main" id="{D261D516-708A-512E-1BBE-3503105C6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46087" name="Date Placeholder 1">
            <a:extLst>
              <a:ext uri="{FF2B5EF4-FFF2-40B4-BE49-F238E27FC236}">
                <a16:creationId xmlns:a16="http://schemas.microsoft.com/office/drawing/2014/main" id="{16ABEC1E-7B0E-36FD-589A-54ADED993A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5765F3-1145-4276-8972-EE4E01FF5EF7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46086" name="Footer Placeholder 8">
            <a:extLst>
              <a:ext uri="{FF2B5EF4-FFF2-40B4-BE49-F238E27FC236}">
                <a16:creationId xmlns:a16="http://schemas.microsoft.com/office/drawing/2014/main" id="{5218B428-288E-F01F-CFCF-2AE8C2D23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46088" name="Slide Number Placeholder 2">
            <a:extLst>
              <a:ext uri="{FF2B5EF4-FFF2-40B4-BE49-F238E27FC236}">
                <a16:creationId xmlns:a16="http://schemas.microsoft.com/office/drawing/2014/main" id="{8040C828-F8EE-CFCD-927A-4DE44791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65EA19-DEB3-4C75-94D3-193D1DB0BD8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/>
          </a:p>
        </p:txBody>
      </p:sp>
      <p:sp>
        <p:nvSpPr>
          <p:cNvPr id="46089" name="Rectangle 1">
            <a:extLst>
              <a:ext uri="{FF2B5EF4-FFF2-40B4-BE49-F238E27FC236}">
                <a16:creationId xmlns:a16="http://schemas.microsoft.com/office/drawing/2014/main" id="{6AF28D20-7B6B-023F-8379-5363BC869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447800"/>
            <a:ext cx="7467600" cy="403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grpSp>
        <p:nvGrpSpPr>
          <p:cNvPr id="46090" name="Group 9">
            <a:extLst>
              <a:ext uri="{FF2B5EF4-FFF2-40B4-BE49-F238E27FC236}">
                <a16:creationId xmlns:a16="http://schemas.microsoft.com/office/drawing/2014/main" id="{1EDDF5EB-F84F-7CC5-E908-75D52280D958}"/>
              </a:ext>
            </a:extLst>
          </p:cNvPr>
          <p:cNvGrpSpPr>
            <a:grpSpLocks/>
          </p:cNvGrpSpPr>
          <p:nvPr/>
        </p:nvGrpSpPr>
        <p:grpSpPr bwMode="auto">
          <a:xfrm>
            <a:off x="1873250" y="1066800"/>
            <a:ext cx="5441950" cy="3871913"/>
            <a:chOff x="1688945" y="610001"/>
            <a:chExt cx="4936708" cy="4710973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1CBFFB-967A-F66C-8F81-0D61BF1A496D}"/>
                </a:ext>
              </a:extLst>
            </p:cNvPr>
            <p:cNvCxnSpPr/>
            <p:nvPr/>
          </p:nvCxnSpPr>
          <p:spPr>
            <a:xfrm>
              <a:off x="2277952" y="1004031"/>
              <a:ext cx="30242" cy="3882351"/>
            </a:xfrm>
            <a:prstGeom prst="line">
              <a:avLst/>
            </a:prstGeom>
            <a:ln w="317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14E5233-6559-A1C7-AAAB-B37E02925F4B}"/>
                </a:ext>
              </a:extLst>
            </p:cNvPr>
            <p:cNvCxnSpPr/>
            <p:nvPr/>
          </p:nvCxnSpPr>
          <p:spPr>
            <a:xfrm flipH="1">
              <a:off x="2308194" y="4886382"/>
              <a:ext cx="4317459" cy="0"/>
            </a:xfrm>
            <a:prstGeom prst="line">
              <a:avLst/>
            </a:prstGeom>
            <a:ln w="317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8DF36E3-BA74-08D6-6885-2FFC55913C25}"/>
                </a:ext>
              </a:extLst>
            </p:cNvPr>
            <p:cNvCxnSpPr/>
            <p:nvPr/>
          </p:nvCxnSpPr>
          <p:spPr>
            <a:xfrm>
              <a:off x="2308194" y="1797885"/>
              <a:ext cx="2638287" cy="2398945"/>
            </a:xfrm>
            <a:prstGeom prst="line">
              <a:avLst/>
            </a:prstGeom>
            <a:ln w="317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097" name="TextBox 13">
              <a:extLst>
                <a:ext uri="{FF2B5EF4-FFF2-40B4-BE49-F238E27FC236}">
                  <a16:creationId xmlns:a16="http://schemas.microsoft.com/office/drawing/2014/main" id="{3C1068ED-3661-CA9D-FBD1-EA66B1D97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8527" y="1349117"/>
              <a:ext cx="76449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cs typeface="Arial" panose="020B0604020202020204" pitchFamily="34" charset="0"/>
                </a:rPr>
                <a:t>[R</a:t>
              </a:r>
              <a:r>
                <a:rPr lang="en-US" altLang="en-US" sz="2400" baseline="-25000">
                  <a:cs typeface="Arial" panose="020B0604020202020204" pitchFamily="34" charset="0"/>
                </a:rPr>
                <a:t>0</a:t>
              </a:r>
              <a:r>
                <a:rPr lang="en-US" altLang="en-US" sz="2400">
                  <a:cs typeface="Arial" panose="020B0604020202020204" pitchFamily="34" charset="0"/>
                </a:rPr>
                <a:t>]</a:t>
              </a:r>
              <a:endParaRPr lang="en-US" altLang="en-US" sz="2400" baseline="-25000">
                <a:cs typeface="Arial" panose="020B0604020202020204" pitchFamily="34" charset="0"/>
              </a:endParaRPr>
            </a:p>
          </p:txBody>
        </p:sp>
        <p:sp>
          <p:nvSpPr>
            <p:cNvPr id="46098" name="TextBox 14">
              <a:extLst>
                <a:ext uri="{FF2B5EF4-FFF2-40B4-BE49-F238E27FC236}">
                  <a16:creationId xmlns:a16="http://schemas.microsoft.com/office/drawing/2014/main" id="{48936A6B-9955-2C24-AD87-F07BC8275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296" y="4859309"/>
              <a:ext cx="181131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cs typeface="Arial" panose="020B0604020202020204" pitchFamily="34" charset="0"/>
                </a:rPr>
                <a:t>Time</a:t>
              </a:r>
            </a:p>
          </p:txBody>
        </p:sp>
        <p:sp>
          <p:nvSpPr>
            <p:cNvPr id="46099" name="TextBox 15">
              <a:extLst>
                <a:ext uri="{FF2B5EF4-FFF2-40B4-BE49-F238E27FC236}">
                  <a16:creationId xmlns:a16="http://schemas.microsoft.com/office/drawing/2014/main" id="{01429AAD-B0BD-D765-9954-6FFA3B744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-250656" y="2549602"/>
              <a:ext cx="4379309" cy="500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cs typeface="Arial" panose="020B0604020202020204" pitchFamily="34" charset="0"/>
                </a:rPr>
                <a:t>Concentration of 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4EC61DB-A40E-5FF7-95CD-E57BD9A2F0D0}"/>
                </a:ext>
              </a:extLst>
            </p:cNvPr>
            <p:cNvCxnSpPr/>
            <p:nvPr/>
          </p:nvCxnSpPr>
          <p:spPr>
            <a:xfrm flipH="1">
              <a:off x="3421402" y="1736077"/>
              <a:ext cx="869828" cy="98121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4BA47D9-6A47-3E3B-B206-9DDC7D8654E3}"/>
                </a:ext>
              </a:extLst>
            </p:cNvPr>
            <p:cNvCxnSpPr/>
            <p:nvPr/>
          </p:nvCxnSpPr>
          <p:spPr>
            <a:xfrm flipV="1">
              <a:off x="1916483" y="922907"/>
              <a:ext cx="2880" cy="52537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DF6FB58-B91E-1370-92D7-0CAA5D6C4585}"/>
                </a:ext>
              </a:extLst>
            </p:cNvPr>
            <p:cNvCxnSpPr/>
            <p:nvPr/>
          </p:nvCxnSpPr>
          <p:spPr>
            <a:xfrm flipV="1">
              <a:off x="4197622" y="5123959"/>
              <a:ext cx="973517" cy="77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9B14DE1-BC5B-0447-4364-71A3DC8A96AF}"/>
              </a:ext>
            </a:extLst>
          </p:cNvPr>
          <p:cNvSpPr txBox="1"/>
          <p:nvPr/>
        </p:nvSpPr>
        <p:spPr>
          <a:xfrm>
            <a:off x="227013" y="247650"/>
            <a:ext cx="8689975" cy="1076325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3200" dirty="0">
                <a:cs typeface="Arial" panose="020B0604020202020204" pitchFamily="34" charset="0"/>
              </a:rPr>
              <a:t>Concentration vs Time plot for zero order   reaction</a:t>
            </a:r>
          </a:p>
        </p:txBody>
      </p:sp>
      <p:pic>
        <p:nvPicPr>
          <p:cNvPr id="46092" name="Picture 1">
            <a:extLst>
              <a:ext uri="{FF2B5EF4-FFF2-40B4-BE49-F238E27FC236}">
                <a16:creationId xmlns:a16="http://schemas.microsoft.com/office/drawing/2014/main" id="{C3E19B50-A490-5E78-C95C-C4DB7C94E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720850"/>
            <a:ext cx="202882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3" name="TextBox 2">
            <a:extLst>
              <a:ext uri="{FF2B5EF4-FFF2-40B4-BE49-F238E27FC236}">
                <a16:creationId xmlns:a16="http://schemas.microsoft.com/office/drawing/2014/main" id="{2DBE2AF0-8383-26A4-55C4-E6BC96DB9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0" y="2930525"/>
            <a:ext cx="182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[R] = -kt + [R]o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Box 2">
            <a:extLst>
              <a:ext uri="{FF2B5EF4-FFF2-40B4-BE49-F238E27FC236}">
                <a16:creationId xmlns:a16="http://schemas.microsoft.com/office/drawing/2014/main" id="{BA87B82C-74B9-CF07-E5D3-82A1B5942AB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10259-0F3B-C433-81EC-2AD6F38D8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9063"/>
            <a:ext cx="8763000" cy="7699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4400" b="1" dirty="0">
                <a:solidFill>
                  <a:srgbClr val="002060"/>
                </a:solidFill>
                <a:cs typeface="Arial" panose="020B0604020202020204" pitchFamily="34" charset="0"/>
              </a:rPr>
              <a:t>     First Order Reactions</a:t>
            </a:r>
            <a:endParaRPr lang="en-US" altLang="en-US" sz="4400" dirty="0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7108" name="TextBox 4">
            <a:extLst>
              <a:ext uri="{FF2B5EF4-FFF2-40B4-BE49-F238E27FC236}">
                <a16:creationId xmlns:a16="http://schemas.microsoft.com/office/drawing/2014/main" id="{22BFA64F-172D-A66C-AD61-F6B817F4E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94163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47109" name="TextBox 5">
            <a:extLst>
              <a:ext uri="{FF2B5EF4-FFF2-40B4-BE49-F238E27FC236}">
                <a16:creationId xmlns:a16="http://schemas.microsoft.com/office/drawing/2014/main" id="{FCAB8BFE-1B0D-AF77-FFDC-2DD6886FE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47111" name="Date Placeholder 1">
            <a:extLst>
              <a:ext uri="{FF2B5EF4-FFF2-40B4-BE49-F238E27FC236}">
                <a16:creationId xmlns:a16="http://schemas.microsoft.com/office/drawing/2014/main" id="{A167FF97-DF24-4227-C025-351A004BA5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64E27D-1064-491B-B235-983D5C4D62AF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47110" name="Footer Placeholder 8">
            <a:extLst>
              <a:ext uri="{FF2B5EF4-FFF2-40B4-BE49-F238E27FC236}">
                <a16:creationId xmlns:a16="http://schemas.microsoft.com/office/drawing/2014/main" id="{3409F40C-7F3D-37DD-AA7F-10CEFFA0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47112" name="Slide Number Placeholder 2">
            <a:extLst>
              <a:ext uri="{FF2B5EF4-FFF2-40B4-BE49-F238E27FC236}">
                <a16:creationId xmlns:a16="http://schemas.microsoft.com/office/drawing/2014/main" id="{02BA2324-44FC-A63E-53AE-9EDB17AF0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B09BC7-F1DF-4B04-A8A7-C2043E973A6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/>
          </a:p>
        </p:txBody>
      </p:sp>
      <p:sp>
        <p:nvSpPr>
          <p:cNvPr id="47113" name="TextBox 9">
            <a:extLst>
              <a:ext uri="{FF2B5EF4-FFF2-40B4-BE49-F238E27FC236}">
                <a16:creationId xmlns:a16="http://schemas.microsoft.com/office/drawing/2014/main" id="{FAF835FC-B7FF-A640-271C-B632EB866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213" y="1270000"/>
            <a:ext cx="4589462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70C0"/>
                </a:solidFill>
                <a:cs typeface="Arial" panose="020B0604020202020204" pitchFamily="34" charset="0"/>
              </a:rPr>
              <a:t>Consider the reaction,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70C0"/>
                </a:solidFill>
                <a:cs typeface="Arial" panose="020B0604020202020204" pitchFamily="34" charset="0"/>
              </a:rPr>
              <a:t> R → 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BF5115-81BD-87E7-5BC0-367796A0DAF6}"/>
              </a:ext>
            </a:extLst>
          </p:cNvPr>
          <p:cNvSpPr txBox="1"/>
          <p:nvPr/>
        </p:nvSpPr>
        <p:spPr>
          <a:xfrm>
            <a:off x="1143000" y="2430463"/>
            <a:ext cx="5257800" cy="2895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IN" dirty="0"/>
          </a:p>
        </p:txBody>
      </p:sp>
      <p:pic>
        <p:nvPicPr>
          <p:cNvPr id="47115" name="Picture 2">
            <a:extLst>
              <a:ext uri="{FF2B5EF4-FFF2-40B4-BE49-F238E27FC236}">
                <a16:creationId xmlns:a16="http://schemas.microsoft.com/office/drawing/2014/main" id="{6923E94C-1CDF-9F6E-7921-81C9A897F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613025"/>
            <a:ext cx="4800600" cy="2541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F239CB-F042-A0C3-2EF3-561436823D69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131" name="TextBox 4">
            <a:extLst>
              <a:ext uri="{FF2B5EF4-FFF2-40B4-BE49-F238E27FC236}">
                <a16:creationId xmlns:a16="http://schemas.microsoft.com/office/drawing/2014/main" id="{12E8FC8E-BA87-1AC2-3121-52CBF989E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48132" name="TextBox 5">
            <a:extLst>
              <a:ext uri="{FF2B5EF4-FFF2-40B4-BE49-F238E27FC236}">
                <a16:creationId xmlns:a16="http://schemas.microsoft.com/office/drawing/2014/main" id="{82FA5EC3-9CBC-47DD-5894-FE6A99241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48134" name="Date Placeholder 1">
            <a:extLst>
              <a:ext uri="{FF2B5EF4-FFF2-40B4-BE49-F238E27FC236}">
                <a16:creationId xmlns:a16="http://schemas.microsoft.com/office/drawing/2014/main" id="{5AFCE419-ED87-3A17-A642-1514A4D9C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A8BD4D-9C5E-4B5B-8C5F-0694ACB9CBAA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48133" name="Footer Placeholder 8">
            <a:extLst>
              <a:ext uri="{FF2B5EF4-FFF2-40B4-BE49-F238E27FC236}">
                <a16:creationId xmlns:a16="http://schemas.microsoft.com/office/drawing/2014/main" id="{2163B49A-210B-0AC4-4B3F-66279C030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48135" name="Slide Number Placeholder 2">
            <a:extLst>
              <a:ext uri="{FF2B5EF4-FFF2-40B4-BE49-F238E27FC236}">
                <a16:creationId xmlns:a16="http://schemas.microsoft.com/office/drawing/2014/main" id="{045FF133-24DD-52DF-DEED-CE85F1418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99035D-2F8D-491E-8650-94908D9CE70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/>
          </a:p>
        </p:txBody>
      </p:sp>
      <p:sp>
        <p:nvSpPr>
          <p:cNvPr id="48136" name="Rectangle 1">
            <a:extLst>
              <a:ext uri="{FF2B5EF4-FFF2-40B4-BE49-F238E27FC236}">
                <a16:creationId xmlns:a16="http://schemas.microsoft.com/office/drawing/2014/main" id="{51BEE327-5340-8BA4-CF67-D84987297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375" y="696913"/>
            <a:ext cx="7543800" cy="5105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377425-5BAE-6959-C924-53D8FF99867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95400" y="1219200"/>
            <a:ext cx="7543800" cy="4844531"/>
          </a:xfrm>
          <a:prstGeom prst="rect">
            <a:avLst/>
          </a:prstGeom>
          <a:blipFill>
            <a:blip r:embed="rId2"/>
            <a:stretch>
              <a:fillRect l="-889" t="-503"/>
            </a:stretch>
          </a:blipFill>
        </p:spPr>
        <p:txBody>
          <a:bodyPr/>
          <a:lstStyle/>
          <a:p>
            <a:pPr>
              <a:defRPr/>
            </a:pPr>
            <a:r>
              <a:rPr lang="en-IN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Box 2">
            <a:extLst>
              <a:ext uri="{FF2B5EF4-FFF2-40B4-BE49-F238E27FC236}">
                <a16:creationId xmlns:a16="http://schemas.microsoft.com/office/drawing/2014/main" id="{34BA8C71-D949-8E25-D95B-028746DC34D3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71475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BF24E5-B3DE-F999-050C-FA416126F4EC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9156" name="TextBox 4">
            <a:extLst>
              <a:ext uri="{FF2B5EF4-FFF2-40B4-BE49-F238E27FC236}">
                <a16:creationId xmlns:a16="http://schemas.microsoft.com/office/drawing/2014/main" id="{DF1A4987-F939-2794-32E9-272665B46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49157" name="TextBox 5">
            <a:extLst>
              <a:ext uri="{FF2B5EF4-FFF2-40B4-BE49-F238E27FC236}">
                <a16:creationId xmlns:a16="http://schemas.microsoft.com/office/drawing/2014/main" id="{0901F14B-C1F2-136D-9415-70FAE8218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49159" name="Date Placeholder 1">
            <a:extLst>
              <a:ext uri="{FF2B5EF4-FFF2-40B4-BE49-F238E27FC236}">
                <a16:creationId xmlns:a16="http://schemas.microsoft.com/office/drawing/2014/main" id="{694F6FB4-00B0-BE18-39E4-DFB4F06971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7FD52B-F242-4434-8B09-9A0C460DCD77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49158" name="Footer Placeholder 8">
            <a:extLst>
              <a:ext uri="{FF2B5EF4-FFF2-40B4-BE49-F238E27FC236}">
                <a16:creationId xmlns:a16="http://schemas.microsoft.com/office/drawing/2014/main" id="{4FF3B61C-BF41-6EF6-DDE4-0E338C489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49160" name="Slide Number Placeholder 2">
            <a:extLst>
              <a:ext uri="{FF2B5EF4-FFF2-40B4-BE49-F238E27FC236}">
                <a16:creationId xmlns:a16="http://schemas.microsoft.com/office/drawing/2014/main" id="{B526788E-F4EE-6336-78F9-C0FA12E2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C5743E-1A04-443F-AB88-9DFFA90B0A6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7B0303-1A48-548B-DAFE-15A577D28ADF}"/>
              </a:ext>
            </a:extLst>
          </p:cNvPr>
          <p:cNvSpPr/>
          <p:nvPr/>
        </p:nvSpPr>
        <p:spPr bwMode="auto">
          <a:xfrm>
            <a:off x="1981200" y="3086100"/>
            <a:ext cx="4800600" cy="3429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IN">
              <a:latin typeface="Arial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5D36720-76F1-D435-F675-99AD8B490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2154037" y="3337048"/>
            <a:ext cx="4454926" cy="28956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1133BB-EA63-D40C-5EE8-69D419D86E24}"/>
              </a:ext>
            </a:extLst>
          </p:cNvPr>
          <p:cNvSpPr txBox="1"/>
          <p:nvPr/>
        </p:nvSpPr>
        <p:spPr>
          <a:xfrm>
            <a:off x="225425" y="249238"/>
            <a:ext cx="8689975" cy="523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rgbClr val="FFFF00"/>
                </a:solidFill>
                <a:cs typeface="Arial" panose="020B0604020202020204" pitchFamily="34" charset="0"/>
              </a:rPr>
              <a:t>Concentration vs Time plot for first order reaction</a:t>
            </a:r>
          </a:p>
        </p:txBody>
      </p:sp>
      <p:sp>
        <p:nvSpPr>
          <p:cNvPr id="49164" name="TextBox 6">
            <a:extLst>
              <a:ext uri="{FF2B5EF4-FFF2-40B4-BE49-F238E27FC236}">
                <a16:creationId xmlns:a16="http://schemas.microsoft.com/office/drawing/2014/main" id="{5F22A938-BAEE-279C-24B1-17FD988B2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903288"/>
            <a:ext cx="7391400" cy="1754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10000"/>
                </a:solidFill>
              </a:rPr>
              <a:t>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1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10000"/>
                </a:solidFill>
              </a:rPr>
              <a:t>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1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10000"/>
                </a:solidFill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103EBC-223F-94CD-E49B-428A9915254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9550" y="952458"/>
            <a:ext cx="2593072" cy="650819"/>
          </a:xfrm>
          <a:prstGeom prst="rect">
            <a:avLst/>
          </a:prstGeom>
          <a:blipFill>
            <a:blip r:embed="rId3"/>
            <a:stretch>
              <a:fillRect l="-2342"/>
            </a:stretch>
          </a:blipFill>
          <a:ln>
            <a:solidFill>
              <a:srgbClr val="00B050"/>
            </a:solidFill>
          </a:ln>
        </p:spPr>
        <p:txBody>
          <a:bodyPr/>
          <a:lstStyle/>
          <a:p>
            <a:pPr>
              <a:defRPr/>
            </a:pPr>
            <a:r>
              <a:rPr lang="en-IN">
                <a:noFill/>
              </a:rPr>
              <a:t> 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66CC97-64BC-F7A3-C9F8-E6589E88D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685800" y="1734979"/>
            <a:ext cx="2052735" cy="87938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9167" name="TextBox 7">
            <a:extLst>
              <a:ext uri="{FF2B5EF4-FFF2-40B4-BE49-F238E27FC236}">
                <a16:creationId xmlns:a16="http://schemas.microsoft.com/office/drawing/2014/main" id="{75AC62DD-8403-0D32-0993-BD3DC401D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2657475"/>
            <a:ext cx="2014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  y=mx+c</a:t>
            </a:r>
            <a:endParaRPr lang="en-IN" altLang="en-US"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Box 2">
            <a:extLst>
              <a:ext uri="{FF2B5EF4-FFF2-40B4-BE49-F238E27FC236}">
                <a16:creationId xmlns:a16="http://schemas.microsoft.com/office/drawing/2014/main" id="{DC423CC5-40AF-9EA3-F21A-3D5141C300E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761204-3709-BE7B-1E1B-E8952AD497D4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180" name="TextBox 4">
            <a:extLst>
              <a:ext uri="{FF2B5EF4-FFF2-40B4-BE49-F238E27FC236}">
                <a16:creationId xmlns:a16="http://schemas.microsoft.com/office/drawing/2014/main" id="{0F8BC782-F1CC-42DB-AE48-56C1F26A1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50181" name="TextBox 5">
            <a:extLst>
              <a:ext uri="{FF2B5EF4-FFF2-40B4-BE49-F238E27FC236}">
                <a16:creationId xmlns:a16="http://schemas.microsoft.com/office/drawing/2014/main" id="{E4CE272E-F243-F0F9-740E-56E7B167E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50183" name="Date Placeholder 1">
            <a:extLst>
              <a:ext uri="{FF2B5EF4-FFF2-40B4-BE49-F238E27FC236}">
                <a16:creationId xmlns:a16="http://schemas.microsoft.com/office/drawing/2014/main" id="{DB2E35F3-BE13-E54C-DB1B-4667EAD4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BBF64E-13B9-44D1-B040-105E38EF52D9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50182" name="Footer Placeholder 8">
            <a:extLst>
              <a:ext uri="{FF2B5EF4-FFF2-40B4-BE49-F238E27FC236}">
                <a16:creationId xmlns:a16="http://schemas.microsoft.com/office/drawing/2014/main" id="{7A53FC58-D5D1-2288-DF7F-31380F30E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50184" name="Slide Number Placeholder 2">
            <a:extLst>
              <a:ext uri="{FF2B5EF4-FFF2-40B4-BE49-F238E27FC236}">
                <a16:creationId xmlns:a16="http://schemas.microsoft.com/office/drawing/2014/main" id="{19B96946-F548-4058-95D5-EC57F893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0B05DA-6A38-4B95-AA50-574A6D94DA7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/>
          </a:p>
        </p:txBody>
      </p:sp>
      <p:pic>
        <p:nvPicPr>
          <p:cNvPr id="50185" name="Picture 1">
            <a:extLst>
              <a:ext uri="{FF2B5EF4-FFF2-40B4-BE49-F238E27FC236}">
                <a16:creationId xmlns:a16="http://schemas.microsoft.com/office/drawing/2014/main" id="{F62D2B2A-89CE-6B0E-DF0E-AFE68F74F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430213"/>
            <a:ext cx="855345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Box 2">
            <a:extLst>
              <a:ext uri="{FF2B5EF4-FFF2-40B4-BE49-F238E27FC236}">
                <a16:creationId xmlns:a16="http://schemas.microsoft.com/office/drawing/2014/main" id="{E07121EE-F0C1-6371-21E3-FC5A8D6798A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-152400" y="365125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93D4B4-5CBF-5BC5-84FD-25A73D5008A8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204" name="TextBox 4">
            <a:extLst>
              <a:ext uri="{FF2B5EF4-FFF2-40B4-BE49-F238E27FC236}">
                <a16:creationId xmlns:a16="http://schemas.microsoft.com/office/drawing/2014/main" id="{76A8A3EF-74FE-F64F-13F4-84B06482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852488"/>
            <a:ext cx="7086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000" b="1">
                <a:cs typeface="Arial" panose="020B0604020202020204" pitchFamily="34" charset="0"/>
              </a:rPr>
              <a:t>The half-life of a reaction is the time in which the concentration of a reactant is reduced to one half of its initial concentration. It is represented as </a:t>
            </a:r>
            <a:r>
              <a:rPr lang="en-US" altLang="en-US" sz="2000" b="1" i="1">
                <a:cs typeface="Arial" panose="020B0604020202020204" pitchFamily="34" charset="0"/>
              </a:rPr>
              <a:t>t</a:t>
            </a:r>
            <a:r>
              <a:rPr lang="en-US" altLang="en-US" sz="2000" b="1" i="1" baseline="-25000">
                <a:cs typeface="Arial" panose="020B0604020202020204" pitchFamily="34" charset="0"/>
              </a:rPr>
              <a:t>1/2</a:t>
            </a:r>
          </a:p>
        </p:txBody>
      </p:sp>
      <p:sp>
        <p:nvSpPr>
          <p:cNvPr id="51205" name="TextBox 5">
            <a:extLst>
              <a:ext uri="{FF2B5EF4-FFF2-40B4-BE49-F238E27FC236}">
                <a16:creationId xmlns:a16="http://schemas.microsoft.com/office/drawing/2014/main" id="{5AECBCE3-B7F4-1C38-40BF-D2729BCD7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4746625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51207" name="Date Placeholder 1">
            <a:extLst>
              <a:ext uri="{FF2B5EF4-FFF2-40B4-BE49-F238E27FC236}">
                <a16:creationId xmlns:a16="http://schemas.microsoft.com/office/drawing/2014/main" id="{67D85F50-C1CF-F39D-742D-D6AEC0EB0F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FDDCBD-465D-44EA-8AFC-1F4E01770884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51206" name="Footer Placeholder 8">
            <a:extLst>
              <a:ext uri="{FF2B5EF4-FFF2-40B4-BE49-F238E27FC236}">
                <a16:creationId xmlns:a16="http://schemas.microsoft.com/office/drawing/2014/main" id="{1254AD6A-5343-CA9E-B78D-9222B3B9C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51208" name="Slide Number Placeholder 2">
            <a:extLst>
              <a:ext uri="{FF2B5EF4-FFF2-40B4-BE49-F238E27FC236}">
                <a16:creationId xmlns:a16="http://schemas.microsoft.com/office/drawing/2014/main" id="{0EBED070-F084-C07E-3E2F-00AD9D0F9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A766FF-FF10-4D2D-85C8-DAEFDB3AA62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/>
          </a:p>
        </p:txBody>
      </p:sp>
      <p:sp>
        <p:nvSpPr>
          <p:cNvPr id="51209" name="Rectangle 1">
            <a:extLst>
              <a:ext uri="{FF2B5EF4-FFF2-40B4-BE49-F238E27FC236}">
                <a16:creationId xmlns:a16="http://schemas.microsoft.com/office/drawing/2014/main" id="{11C00244-65DC-15B0-38FA-6F5C6081E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74625"/>
            <a:ext cx="3581400" cy="525463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Half Life of a reaction</a:t>
            </a:r>
            <a:endParaRPr lang="en-IN" altLang="en-US" sz="2800"/>
          </a:p>
        </p:txBody>
      </p:sp>
      <p:pic>
        <p:nvPicPr>
          <p:cNvPr id="51210" name="Picture 2">
            <a:extLst>
              <a:ext uri="{FF2B5EF4-FFF2-40B4-BE49-F238E27FC236}">
                <a16:creationId xmlns:a16="http://schemas.microsoft.com/office/drawing/2014/main" id="{5985092B-474E-93DA-9AEE-E9E748CC9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1901825"/>
            <a:ext cx="6750050" cy="265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C0D2EE64-C3D9-E87C-CB33-9A22000F6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>
            <a:fillRect/>
          </a:stretch>
        </p:blipFill>
        <p:spPr bwMode="auto">
          <a:xfrm>
            <a:off x="267750" y="4609253"/>
            <a:ext cx="8113426" cy="76069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Box 2">
            <a:extLst>
              <a:ext uri="{FF2B5EF4-FFF2-40B4-BE49-F238E27FC236}">
                <a16:creationId xmlns:a16="http://schemas.microsoft.com/office/drawing/2014/main" id="{36C49C4F-C373-4DFF-23D4-C4340DC936B1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23AEB-CF6B-21B0-CD80-EC04E3523113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2228" name="TextBox 4">
            <a:extLst>
              <a:ext uri="{FF2B5EF4-FFF2-40B4-BE49-F238E27FC236}">
                <a16:creationId xmlns:a16="http://schemas.microsoft.com/office/drawing/2014/main" id="{1430A4C8-5970-CE9D-A0D7-8BE5F2274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52229" name="TextBox 5">
            <a:extLst>
              <a:ext uri="{FF2B5EF4-FFF2-40B4-BE49-F238E27FC236}">
                <a16:creationId xmlns:a16="http://schemas.microsoft.com/office/drawing/2014/main" id="{C34CBC7F-8A25-2513-D07D-3886DB41B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52231" name="Date Placeholder 1">
            <a:extLst>
              <a:ext uri="{FF2B5EF4-FFF2-40B4-BE49-F238E27FC236}">
                <a16:creationId xmlns:a16="http://schemas.microsoft.com/office/drawing/2014/main" id="{7E8C4CBB-408E-D3B0-D4FB-98997F12F8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AD1BC1-C16B-46E5-A2CC-320BDE430794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52230" name="Footer Placeholder 8">
            <a:extLst>
              <a:ext uri="{FF2B5EF4-FFF2-40B4-BE49-F238E27FC236}">
                <a16:creationId xmlns:a16="http://schemas.microsoft.com/office/drawing/2014/main" id="{92241FCC-2359-C2BE-7B0A-50173600D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52232" name="Slide Number Placeholder 2">
            <a:extLst>
              <a:ext uri="{FF2B5EF4-FFF2-40B4-BE49-F238E27FC236}">
                <a16:creationId xmlns:a16="http://schemas.microsoft.com/office/drawing/2014/main" id="{19F4FDA6-CC01-1820-B8A4-DA9905BC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3EC5E9-34FC-42DD-B87E-AD43CDB0CD3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/>
          </a:p>
        </p:txBody>
      </p:sp>
      <p:pic>
        <p:nvPicPr>
          <p:cNvPr id="52233" name="Picture 2">
            <a:extLst>
              <a:ext uri="{FF2B5EF4-FFF2-40B4-BE49-F238E27FC236}">
                <a16:creationId xmlns:a16="http://schemas.microsoft.com/office/drawing/2014/main" id="{32973D48-A7C8-02E7-F4C3-573210114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876300"/>
            <a:ext cx="8661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Date Placeholder 1">
            <a:extLst>
              <a:ext uri="{FF2B5EF4-FFF2-40B4-BE49-F238E27FC236}">
                <a16:creationId xmlns:a16="http://schemas.microsoft.com/office/drawing/2014/main" id="{CA92C2CC-A9F2-EF1F-A8E0-0FC6C917CA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F18217-68DB-41F9-9CA3-D4A372DB2B41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53251" name="Footer Placeholder 2">
            <a:extLst>
              <a:ext uri="{FF2B5EF4-FFF2-40B4-BE49-F238E27FC236}">
                <a16:creationId xmlns:a16="http://schemas.microsoft.com/office/drawing/2014/main" id="{CEBD015D-E156-1E2A-9A27-CF3D7F8074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7D22A498-3440-EA45-C051-5EE7F65AB4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CE33E7-8F6B-4482-B9FD-379FBECCB8C2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/>
          </a:p>
        </p:txBody>
      </p:sp>
      <p:sp>
        <p:nvSpPr>
          <p:cNvPr id="53253" name="Rectangle 4">
            <a:extLst>
              <a:ext uri="{FF2B5EF4-FFF2-40B4-BE49-F238E27FC236}">
                <a16:creationId xmlns:a16="http://schemas.microsoft.com/office/drawing/2014/main" id="{8A7526D8-F4F9-3D6E-5E5E-86B7F46BE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66800"/>
            <a:ext cx="7162800" cy="3962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pic>
        <p:nvPicPr>
          <p:cNvPr id="53254" name="Picture 5">
            <a:extLst>
              <a:ext uri="{FF2B5EF4-FFF2-40B4-BE49-F238E27FC236}">
                <a16:creationId xmlns:a16="http://schemas.microsoft.com/office/drawing/2014/main" id="{340AA783-F225-2487-476D-24B28F27C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47775"/>
            <a:ext cx="67056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33D7AE-8A4A-D3EB-252E-48B20F4B9330}"/>
              </a:ext>
            </a:extLst>
          </p:cNvPr>
          <p:cNvSpPr txBox="1"/>
          <p:nvPr/>
        </p:nvSpPr>
        <p:spPr>
          <a:xfrm>
            <a:off x="212725" y="176213"/>
            <a:ext cx="8778875" cy="584200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IN" sz="3200" dirty="0">
                <a:solidFill>
                  <a:schemeClr val="tx2"/>
                </a:solidFill>
              </a:rPr>
              <a:t>Half life for a first order reaction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A0F18-66A6-0F08-0AB3-ACC0BB23B51C}"/>
              </a:ext>
            </a:extLst>
          </p:cNvPr>
          <p:cNvSpPr txBox="1"/>
          <p:nvPr/>
        </p:nvSpPr>
        <p:spPr>
          <a:xfrm>
            <a:off x="762000" y="5335588"/>
            <a:ext cx="7391400" cy="830262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IN" sz="2400" dirty="0"/>
              <a:t>Half life of first order reaction is independent of initial concentration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Box 2">
            <a:extLst>
              <a:ext uri="{FF2B5EF4-FFF2-40B4-BE49-F238E27FC236}">
                <a16:creationId xmlns:a16="http://schemas.microsoft.com/office/drawing/2014/main" id="{61F5B6A6-73EF-1050-8035-78C76A62B74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8DB1EB-372E-0D01-32AA-01434A66B79B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4276" name="TextBox 4">
            <a:extLst>
              <a:ext uri="{FF2B5EF4-FFF2-40B4-BE49-F238E27FC236}">
                <a16:creationId xmlns:a16="http://schemas.microsoft.com/office/drawing/2014/main" id="{E1AF0766-06B9-37E3-7C3C-C90C53CA5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54277" name="TextBox 5">
            <a:extLst>
              <a:ext uri="{FF2B5EF4-FFF2-40B4-BE49-F238E27FC236}">
                <a16:creationId xmlns:a16="http://schemas.microsoft.com/office/drawing/2014/main" id="{B9B5928D-C6DA-7BBB-CB90-1BAFC264D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54279" name="Date Placeholder 1">
            <a:extLst>
              <a:ext uri="{FF2B5EF4-FFF2-40B4-BE49-F238E27FC236}">
                <a16:creationId xmlns:a16="http://schemas.microsoft.com/office/drawing/2014/main" id="{A142F787-7B1B-03ED-D6E4-1EA6C138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CAD5DA-7DE2-49AF-9EB9-9D8FC7D55CA9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54278" name="Footer Placeholder 8">
            <a:extLst>
              <a:ext uri="{FF2B5EF4-FFF2-40B4-BE49-F238E27FC236}">
                <a16:creationId xmlns:a16="http://schemas.microsoft.com/office/drawing/2014/main" id="{9EBF5F52-EFF4-6D57-A64E-5BDC2607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54280" name="Slide Number Placeholder 2">
            <a:extLst>
              <a:ext uri="{FF2B5EF4-FFF2-40B4-BE49-F238E27FC236}">
                <a16:creationId xmlns:a16="http://schemas.microsoft.com/office/drawing/2014/main" id="{B3909D61-1EBF-6E80-0C59-37C9307A2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98F033-BC17-4C6B-BD86-C88692D05FB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/>
          </a:p>
        </p:txBody>
      </p:sp>
      <p:pic>
        <p:nvPicPr>
          <p:cNvPr id="54281" name="Picture 1">
            <a:extLst>
              <a:ext uri="{FF2B5EF4-FFF2-40B4-BE49-F238E27FC236}">
                <a16:creationId xmlns:a16="http://schemas.microsoft.com/office/drawing/2014/main" id="{A73BE6C8-ECC2-859A-971F-E2A66E9F1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552450"/>
            <a:ext cx="8372475" cy="575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Date Placeholder 1">
            <a:extLst>
              <a:ext uri="{FF2B5EF4-FFF2-40B4-BE49-F238E27FC236}">
                <a16:creationId xmlns:a16="http://schemas.microsoft.com/office/drawing/2014/main" id="{34099C36-399D-48E8-4767-C622B1A431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F9EE72-C3EC-446E-A170-FDC8395DB14A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55299" name="Footer Placeholder 2">
            <a:extLst>
              <a:ext uri="{FF2B5EF4-FFF2-40B4-BE49-F238E27FC236}">
                <a16:creationId xmlns:a16="http://schemas.microsoft.com/office/drawing/2014/main" id="{592DF3E2-24A9-23BD-1699-C9641D590F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C522587E-289F-6CB3-5249-D632B463C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B2ED98-CD22-4262-8BB0-33DEBD9E61C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/>
          </a:p>
        </p:txBody>
      </p:sp>
      <p:pic>
        <p:nvPicPr>
          <p:cNvPr id="55301" name="Picture 4">
            <a:extLst>
              <a:ext uri="{FF2B5EF4-FFF2-40B4-BE49-F238E27FC236}">
                <a16:creationId xmlns:a16="http://schemas.microsoft.com/office/drawing/2014/main" id="{AE2CF72B-D5D4-3F7D-EC50-78F1ACC8B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38250"/>
            <a:ext cx="6296025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Date Placeholder 1">
            <a:extLst>
              <a:ext uri="{FF2B5EF4-FFF2-40B4-BE49-F238E27FC236}">
                <a16:creationId xmlns:a16="http://schemas.microsoft.com/office/drawing/2014/main" id="{3B29EC61-A716-D896-3ECE-EDDBF43611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6C63DF-5546-49C8-835D-EA8A8E7C29BF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56323" name="Footer Placeholder 2">
            <a:extLst>
              <a:ext uri="{FF2B5EF4-FFF2-40B4-BE49-F238E27FC236}">
                <a16:creationId xmlns:a16="http://schemas.microsoft.com/office/drawing/2014/main" id="{A591D4D5-C35F-1592-6850-15207C4453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1F10A7D8-DA82-8219-C7D2-9D9F6CE9D2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4EF7FA-0598-4D99-AD37-42C8D2577A7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400"/>
          </a:p>
        </p:txBody>
      </p:sp>
      <p:pic>
        <p:nvPicPr>
          <p:cNvPr id="56325" name="Picture 4">
            <a:extLst>
              <a:ext uri="{FF2B5EF4-FFF2-40B4-BE49-F238E27FC236}">
                <a16:creationId xmlns:a16="http://schemas.microsoft.com/office/drawing/2014/main" id="{604B11AC-D510-2829-5029-9C8757C89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114550"/>
            <a:ext cx="44196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Box 2">
            <a:extLst>
              <a:ext uri="{FF2B5EF4-FFF2-40B4-BE49-F238E27FC236}">
                <a16:creationId xmlns:a16="http://schemas.microsoft.com/office/drawing/2014/main" id="{FE927DA5-381F-EAB5-D871-2A085DC8EA9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99E77-D51F-6182-2E92-CBB633DA44E0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7348" name="TextBox 4">
            <a:extLst>
              <a:ext uri="{FF2B5EF4-FFF2-40B4-BE49-F238E27FC236}">
                <a16:creationId xmlns:a16="http://schemas.microsoft.com/office/drawing/2014/main" id="{763AC979-9326-7111-7DBA-7C31C39D9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57349" name="TextBox 5">
            <a:extLst>
              <a:ext uri="{FF2B5EF4-FFF2-40B4-BE49-F238E27FC236}">
                <a16:creationId xmlns:a16="http://schemas.microsoft.com/office/drawing/2014/main" id="{242F7CA0-7058-38F6-58D3-6EE631F1F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57351" name="Date Placeholder 1">
            <a:extLst>
              <a:ext uri="{FF2B5EF4-FFF2-40B4-BE49-F238E27FC236}">
                <a16:creationId xmlns:a16="http://schemas.microsoft.com/office/drawing/2014/main" id="{5175E408-9599-4F5A-ECBC-21F8C0A8F3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3E70B9-B1A2-4134-A634-CDFA5E8D6CBB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57350" name="Footer Placeholder 8">
            <a:extLst>
              <a:ext uri="{FF2B5EF4-FFF2-40B4-BE49-F238E27FC236}">
                <a16:creationId xmlns:a16="http://schemas.microsoft.com/office/drawing/2014/main" id="{C4E836F1-F87C-7CA6-6EF2-36F3A6AE0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57352" name="Slide Number Placeholder 2">
            <a:extLst>
              <a:ext uri="{FF2B5EF4-FFF2-40B4-BE49-F238E27FC236}">
                <a16:creationId xmlns:a16="http://schemas.microsoft.com/office/drawing/2014/main" id="{82654749-C7E1-BB3C-01D3-DA22F7BD6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AA6257-602F-422B-95FC-4D22ADE9E40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400"/>
          </a:p>
        </p:txBody>
      </p:sp>
      <p:pic>
        <p:nvPicPr>
          <p:cNvPr id="57353" name="Picture 2">
            <a:extLst>
              <a:ext uri="{FF2B5EF4-FFF2-40B4-BE49-F238E27FC236}">
                <a16:creationId xmlns:a16="http://schemas.microsoft.com/office/drawing/2014/main" id="{97F21334-D3E5-00F3-E1AC-1801CB735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Date Placeholder 1">
            <a:extLst>
              <a:ext uri="{FF2B5EF4-FFF2-40B4-BE49-F238E27FC236}">
                <a16:creationId xmlns:a16="http://schemas.microsoft.com/office/drawing/2014/main" id="{F5ADE268-B537-FCB9-1735-DBD01C392A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7883DF-C43B-4D64-B2A7-3347BAEDE41D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58371" name="Footer Placeholder 2">
            <a:extLst>
              <a:ext uri="{FF2B5EF4-FFF2-40B4-BE49-F238E27FC236}">
                <a16:creationId xmlns:a16="http://schemas.microsoft.com/office/drawing/2014/main" id="{1B6621DE-D2D4-E371-236B-9F1ACB9B24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17C99DAE-2DE9-FABD-51DE-3C9A438D48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8972A3-1E66-4810-8934-2709CC482B8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BF3FA-D125-5156-AA0B-AF4A6DC1FFC5}"/>
              </a:ext>
            </a:extLst>
          </p:cNvPr>
          <p:cNvSpPr txBox="1"/>
          <p:nvPr/>
        </p:nvSpPr>
        <p:spPr>
          <a:xfrm>
            <a:off x="1066800" y="1752600"/>
            <a:ext cx="7545388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Time required to decompose SO</a:t>
            </a:r>
            <a:r>
              <a:rPr lang="en-US" sz="2400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Cl</a:t>
            </a:r>
            <a:r>
              <a:rPr lang="en-US" sz="2400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to half its initial amount is 60 minutes. If the decomposition is a first order reaction, calculate the rate constant of the reaction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7AC1AE4B-3B74-23BD-A198-119B22AC7EF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28600" y="228600"/>
            <a:ext cx="1752600" cy="1016000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en-US" sz="6000" b="1" dirty="0">
                <a:solidFill>
                  <a:srgbClr val="FFFF00"/>
                </a:solidFill>
              </a:rPr>
              <a:t>?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Date Placeholder 1">
            <a:extLst>
              <a:ext uri="{FF2B5EF4-FFF2-40B4-BE49-F238E27FC236}">
                <a16:creationId xmlns:a16="http://schemas.microsoft.com/office/drawing/2014/main" id="{0617DE19-648F-5B51-E355-5BEB6D51AF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91AB77-76EB-4172-BB61-082600B8C5E0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59395" name="Footer Placeholder 2">
            <a:extLst>
              <a:ext uri="{FF2B5EF4-FFF2-40B4-BE49-F238E27FC236}">
                <a16:creationId xmlns:a16="http://schemas.microsoft.com/office/drawing/2014/main" id="{7C93DFA5-82F0-C8CD-1C38-6871E4A7AA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DCD16273-FDEB-D57D-6188-9667FEBB08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930DAB-5C52-43A0-90BD-AAE0135EFF3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400"/>
          </a:p>
        </p:txBody>
      </p:sp>
      <p:sp>
        <p:nvSpPr>
          <p:cNvPr id="59397" name="Rectangle 4">
            <a:extLst>
              <a:ext uri="{FF2B5EF4-FFF2-40B4-BE49-F238E27FC236}">
                <a16:creationId xmlns:a16="http://schemas.microsoft.com/office/drawing/2014/main" id="{565F1276-2363-35BF-2190-F44A6AC86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295400"/>
            <a:ext cx="6934200" cy="3886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pic>
        <p:nvPicPr>
          <p:cNvPr id="59398" name="Picture 5">
            <a:extLst>
              <a:ext uri="{FF2B5EF4-FFF2-40B4-BE49-F238E27FC236}">
                <a16:creationId xmlns:a16="http://schemas.microsoft.com/office/drawing/2014/main" id="{5613DE84-CA1C-1513-50FF-7AB3E5C42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25" y="1447800"/>
            <a:ext cx="6594475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9" name="TextBox 11">
            <a:extLst>
              <a:ext uri="{FF2B5EF4-FFF2-40B4-BE49-F238E27FC236}">
                <a16:creationId xmlns:a16="http://schemas.microsoft.com/office/drawing/2014/main" id="{A2FB4CF8-0721-A3A0-9079-AB90E88B2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07963"/>
            <a:ext cx="1435100" cy="708025"/>
          </a:xfrm>
          <a:prstGeom prst="rect">
            <a:avLst/>
          </a:prstGeom>
          <a:solidFill>
            <a:schemeClr val="bg2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FFFF00"/>
                </a:solidFill>
              </a:rPr>
              <a:t>   A</a:t>
            </a:r>
            <a:endParaRPr lang="en-IN" altLang="en-US" sz="40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Box 2">
            <a:extLst>
              <a:ext uri="{FF2B5EF4-FFF2-40B4-BE49-F238E27FC236}">
                <a16:creationId xmlns:a16="http://schemas.microsoft.com/office/drawing/2014/main" id="{4C475149-A3E7-ADD4-CB75-B05DC1D9FEC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363A5-D4BB-B2E2-501B-7C74290D38D6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420" name="TextBox 4">
            <a:extLst>
              <a:ext uri="{FF2B5EF4-FFF2-40B4-BE49-F238E27FC236}">
                <a16:creationId xmlns:a16="http://schemas.microsoft.com/office/drawing/2014/main" id="{16E8EBD5-FFE8-1C1F-98C3-4739B4B6F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60421" name="TextBox 5">
            <a:extLst>
              <a:ext uri="{FF2B5EF4-FFF2-40B4-BE49-F238E27FC236}">
                <a16:creationId xmlns:a16="http://schemas.microsoft.com/office/drawing/2014/main" id="{332F5B08-10A0-1460-F073-6AECB8B34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60423" name="Date Placeholder 1">
            <a:extLst>
              <a:ext uri="{FF2B5EF4-FFF2-40B4-BE49-F238E27FC236}">
                <a16:creationId xmlns:a16="http://schemas.microsoft.com/office/drawing/2014/main" id="{2C2CE2E5-B199-7C21-1B6B-5CCA238607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40BED0-381B-4ECD-AA26-11533766DD9C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60422" name="Footer Placeholder 8">
            <a:extLst>
              <a:ext uri="{FF2B5EF4-FFF2-40B4-BE49-F238E27FC236}">
                <a16:creationId xmlns:a16="http://schemas.microsoft.com/office/drawing/2014/main" id="{D5F79575-3B73-BABC-72FE-416F5A8A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60424" name="Slide Number Placeholder 2">
            <a:extLst>
              <a:ext uri="{FF2B5EF4-FFF2-40B4-BE49-F238E27FC236}">
                <a16:creationId xmlns:a16="http://schemas.microsoft.com/office/drawing/2014/main" id="{EA47E651-ADB0-61CE-3BB1-C7C4CD651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168147-2701-4E39-B267-ED22E30894A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400"/>
          </a:p>
        </p:txBody>
      </p:sp>
      <p:pic>
        <p:nvPicPr>
          <p:cNvPr id="60425" name="Picture 8">
            <a:extLst>
              <a:ext uri="{FF2B5EF4-FFF2-40B4-BE49-F238E27FC236}">
                <a16:creationId xmlns:a16="http://schemas.microsoft.com/office/drawing/2014/main" id="{E9059C66-A693-CCF0-DF6D-A541C5308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38200"/>
            <a:ext cx="784860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Box 2">
            <a:extLst>
              <a:ext uri="{FF2B5EF4-FFF2-40B4-BE49-F238E27FC236}">
                <a16:creationId xmlns:a16="http://schemas.microsoft.com/office/drawing/2014/main" id="{8709453C-9C3A-BC0E-7C68-C5CAAFBE39C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895600" y="14478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9A9B4-39CD-24A9-32FA-4F075ACE3309}"/>
              </a:ext>
            </a:extLst>
          </p:cNvPr>
          <p:cNvSpPr txBox="1"/>
          <p:nvPr/>
        </p:nvSpPr>
        <p:spPr>
          <a:xfrm>
            <a:off x="685800" y="2689225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444" name="TextBox 4">
            <a:extLst>
              <a:ext uri="{FF2B5EF4-FFF2-40B4-BE49-F238E27FC236}">
                <a16:creationId xmlns:a16="http://schemas.microsoft.com/office/drawing/2014/main" id="{AACABFD6-6793-A4DF-7EAC-484D32AD5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61445" name="TextBox 5">
            <a:extLst>
              <a:ext uri="{FF2B5EF4-FFF2-40B4-BE49-F238E27FC236}">
                <a16:creationId xmlns:a16="http://schemas.microsoft.com/office/drawing/2014/main" id="{EA92BC66-5414-88A1-20D8-023C0D8F6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26670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  <a:r>
              <a:rPr lang="en-US" altLang="en-US" sz="1800" b="1">
                <a:solidFill>
                  <a:srgbClr val="FF0066"/>
                </a:solidFill>
              </a:rPr>
              <a:t>k-rate constant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66"/>
                </a:solidFill>
              </a:rPr>
              <a:t>  Ea-activation energy</a:t>
            </a:r>
          </a:p>
        </p:txBody>
      </p:sp>
      <p:sp>
        <p:nvSpPr>
          <p:cNvPr id="61447" name="Date Placeholder 1">
            <a:extLst>
              <a:ext uri="{FF2B5EF4-FFF2-40B4-BE49-F238E27FC236}">
                <a16:creationId xmlns:a16="http://schemas.microsoft.com/office/drawing/2014/main" id="{0B4B4AB9-7D5E-0031-E58F-8DC7F1C687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F5F57E-B28A-4DBF-B2EA-05FC5E490947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61446" name="Footer Placeholder 8">
            <a:extLst>
              <a:ext uri="{FF2B5EF4-FFF2-40B4-BE49-F238E27FC236}">
                <a16:creationId xmlns:a16="http://schemas.microsoft.com/office/drawing/2014/main" id="{87191AFA-F6A5-BAEB-0E24-05A98CDB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61448" name="Slide Number Placeholder 2">
            <a:extLst>
              <a:ext uri="{FF2B5EF4-FFF2-40B4-BE49-F238E27FC236}">
                <a16:creationId xmlns:a16="http://schemas.microsoft.com/office/drawing/2014/main" id="{9F6B33B3-FBA3-56BC-E9F3-FD206C6F0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53AA58-6BB1-4B48-BFC3-EACBE9F28E7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400"/>
          </a:p>
        </p:txBody>
      </p:sp>
      <p:sp>
        <p:nvSpPr>
          <p:cNvPr id="61449" name="Rectangle 10">
            <a:extLst>
              <a:ext uri="{FF2B5EF4-FFF2-40B4-BE49-F238E27FC236}">
                <a16:creationId xmlns:a16="http://schemas.microsoft.com/office/drawing/2014/main" id="{D500D81D-950E-C5D8-4726-07C6A0DBC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" y="2374900"/>
            <a:ext cx="7791450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4597A0"/>
                </a:solidFill>
                <a:ea typeface="DengXian" panose="02010600030101010101" pitchFamily="2" charset="-122"/>
                <a:cs typeface="Arial" panose="020B0604020202020204" pitchFamily="34" charset="0"/>
              </a:rPr>
              <a:t>The temperature dependence on the rate of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4597A0"/>
                </a:solidFill>
                <a:ea typeface="DengXian" panose="02010600030101010101" pitchFamily="2" charset="-122"/>
                <a:cs typeface="Arial" panose="020B0604020202020204" pitchFamily="34" charset="0"/>
              </a:rPr>
              <a:t>chemical reaction can be accurately explained by Arrhenius equation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5FB3F6-A961-EB3B-8F25-8FB4D8C6680C}"/>
              </a:ext>
            </a:extLst>
          </p:cNvPr>
          <p:cNvSpPr txBox="1"/>
          <p:nvPr/>
        </p:nvSpPr>
        <p:spPr>
          <a:xfrm>
            <a:off x="228600" y="187325"/>
            <a:ext cx="8748713" cy="46196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400" b="1" dirty="0">
                <a:ea typeface="DengXian" panose="02010600030101010101" pitchFamily="2" charset="-122"/>
                <a:cs typeface="Arial" panose="020B0604020202020204" pitchFamily="34" charset="0"/>
              </a:rPr>
              <a:t>Temperature dependence of the rate of reaction: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4552D6-A6FC-738A-49F0-3F330D43B1AF}"/>
              </a:ext>
            </a:extLst>
          </p:cNvPr>
          <p:cNvSpPr txBox="1"/>
          <p:nvPr/>
        </p:nvSpPr>
        <p:spPr>
          <a:xfrm>
            <a:off x="609600" y="1219200"/>
            <a:ext cx="754380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000" dirty="0">
                <a:solidFill>
                  <a:schemeClr val="accent6"/>
                </a:solidFill>
                <a:ea typeface="DengXian" panose="02010600030101010101" pitchFamily="2" charset="-122"/>
                <a:cs typeface="Arial" panose="020B0604020202020204" pitchFamily="34" charset="0"/>
              </a:rPr>
              <a:t>For a chemical reaction with rise in temperature by 10°</a:t>
            </a:r>
          </a:p>
          <a:p>
            <a:pPr>
              <a:defRPr/>
            </a:pPr>
            <a:r>
              <a:rPr lang="en-US" altLang="en-US" sz="2000" dirty="0">
                <a:solidFill>
                  <a:schemeClr val="accent6"/>
                </a:solidFill>
                <a:ea typeface="DengXian" panose="02010600030101010101" pitchFamily="2" charset="-122"/>
                <a:cs typeface="Arial" panose="020B0604020202020204" pitchFamily="34" charset="0"/>
              </a:rPr>
              <a:t>the rate constant is nearly doubled. </a:t>
            </a:r>
          </a:p>
        </p:txBody>
      </p:sp>
      <p:sp>
        <p:nvSpPr>
          <p:cNvPr id="61452" name="Rectangle 8">
            <a:extLst>
              <a:ext uri="{FF2B5EF4-FFF2-40B4-BE49-F238E27FC236}">
                <a16:creationId xmlns:a16="http://schemas.microsoft.com/office/drawing/2014/main" id="{AF520410-41D3-B8CE-FF88-5FEBDA514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3908425"/>
            <a:ext cx="1524000" cy="10318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pic>
        <p:nvPicPr>
          <p:cNvPr id="61453" name="Picture 606">
            <a:extLst>
              <a:ext uri="{FF2B5EF4-FFF2-40B4-BE49-F238E27FC236}">
                <a16:creationId xmlns:a16="http://schemas.microsoft.com/office/drawing/2014/main" id="{D56DC8D6-17D0-495E-5BA6-EBC869099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100" y="4003675"/>
            <a:ext cx="1249363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54" name="TextBox 9">
            <a:extLst>
              <a:ext uri="{FF2B5EF4-FFF2-40B4-BE49-F238E27FC236}">
                <a16:creationId xmlns:a16="http://schemas.microsoft.com/office/drawing/2014/main" id="{CAEFFD45-69B7-ACC3-D817-096C17EE8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572000"/>
            <a:ext cx="30670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rgbClr val="FF0000"/>
                </a:solidFill>
              </a:rPr>
              <a:t>T –temperature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rgbClr val="FF0000"/>
                </a:solidFill>
              </a:rPr>
              <a:t>R-universal gas constant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Box 2">
            <a:extLst>
              <a:ext uri="{FF2B5EF4-FFF2-40B4-BE49-F238E27FC236}">
                <a16:creationId xmlns:a16="http://schemas.microsoft.com/office/drawing/2014/main" id="{1A21618F-A171-3988-47B9-472BDA08A5A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E2C58-5807-415E-4928-EBD6EE2B2DC9}"/>
              </a:ext>
            </a:extLst>
          </p:cNvPr>
          <p:cNvSpPr txBox="1"/>
          <p:nvPr/>
        </p:nvSpPr>
        <p:spPr>
          <a:xfrm>
            <a:off x="609600" y="1501775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468" name="TextBox 4">
            <a:extLst>
              <a:ext uri="{FF2B5EF4-FFF2-40B4-BE49-F238E27FC236}">
                <a16:creationId xmlns:a16="http://schemas.microsoft.com/office/drawing/2014/main" id="{C9DE3D86-AE8F-4E25-211D-A634B2E46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1909763"/>
            <a:ext cx="7772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</a:rPr>
              <a:t>The time taken for half of the original amount of material to decompose is 12 min at 50</a:t>
            </a:r>
            <a:r>
              <a:rPr lang="en-US" altLang="en-US" sz="2400" baseline="30000">
                <a:solidFill>
                  <a:srgbClr val="002060"/>
                </a:solidFill>
                <a:cs typeface="Arial" panose="020B0604020202020204" pitchFamily="34" charset="0"/>
              </a:rPr>
              <a:t>0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</a:rPr>
              <a:t>C, 5 h at 25</a:t>
            </a:r>
            <a:r>
              <a:rPr lang="en-US" altLang="en-US" sz="2400" baseline="30000">
                <a:solidFill>
                  <a:srgbClr val="002060"/>
                </a:solidFill>
                <a:cs typeface="Arial" panose="020B0604020202020204" pitchFamily="34" charset="0"/>
              </a:rPr>
              <a:t>0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</a:rPr>
              <a:t>C and 10 days at 0</a:t>
            </a:r>
            <a:r>
              <a:rPr lang="en-US" altLang="en-US" sz="2400" baseline="30000">
                <a:solidFill>
                  <a:srgbClr val="002060"/>
                </a:solidFill>
                <a:cs typeface="Arial" panose="020B0604020202020204" pitchFamily="34" charset="0"/>
              </a:rPr>
              <a:t>0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</a:rPr>
              <a:t>C</a:t>
            </a:r>
          </a:p>
        </p:txBody>
      </p:sp>
      <p:sp>
        <p:nvSpPr>
          <p:cNvPr id="62469" name="TextBox 5">
            <a:extLst>
              <a:ext uri="{FF2B5EF4-FFF2-40B4-BE49-F238E27FC236}">
                <a16:creationId xmlns:a16="http://schemas.microsoft.com/office/drawing/2014/main" id="{EAEEEA14-96B0-30CE-BADB-3A4538E94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62471" name="Date Placeholder 1">
            <a:extLst>
              <a:ext uri="{FF2B5EF4-FFF2-40B4-BE49-F238E27FC236}">
                <a16:creationId xmlns:a16="http://schemas.microsoft.com/office/drawing/2014/main" id="{2B394828-6C98-9D28-A821-7B0D5D5F1F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FDB329-8F4F-4ED9-9852-2158839C092D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62470" name="Footer Placeholder 8">
            <a:extLst>
              <a:ext uri="{FF2B5EF4-FFF2-40B4-BE49-F238E27FC236}">
                <a16:creationId xmlns:a16="http://schemas.microsoft.com/office/drawing/2014/main" id="{B4ADF126-CE0E-E7E7-E774-8502776FA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62472" name="Slide Number Placeholder 2">
            <a:extLst>
              <a:ext uri="{FF2B5EF4-FFF2-40B4-BE49-F238E27FC236}">
                <a16:creationId xmlns:a16="http://schemas.microsoft.com/office/drawing/2014/main" id="{342AF252-5C46-886B-D17B-82BC42B1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18E8D9-C46B-4BFC-9ABE-CFC8D0089B8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400"/>
          </a:p>
        </p:txBody>
      </p:sp>
      <p:sp>
        <p:nvSpPr>
          <p:cNvPr id="62473" name="TextBox 1">
            <a:extLst>
              <a:ext uri="{FF2B5EF4-FFF2-40B4-BE49-F238E27FC236}">
                <a16:creationId xmlns:a16="http://schemas.microsoft.com/office/drawing/2014/main" id="{2EEDE1CB-8D57-6FA9-5563-50099AF68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20750"/>
            <a:ext cx="6705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</a:rPr>
              <a:t>During decomposition of N</a:t>
            </a:r>
            <a:r>
              <a:rPr lang="en-US" altLang="en-US" baseline="-25000">
                <a:solidFill>
                  <a:srgbClr val="002060"/>
                </a:solidFill>
                <a:cs typeface="Arial" panose="020B0604020202020204" pitchFamily="34" charset="0"/>
              </a:rPr>
              <a:t>2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</a:rPr>
              <a:t>O</a:t>
            </a:r>
            <a:r>
              <a:rPr lang="en-US" altLang="en-US" baseline="-25000">
                <a:solidFill>
                  <a:srgbClr val="002060"/>
                </a:solidFill>
                <a:cs typeface="Arial" panose="020B0604020202020204" pitchFamily="34" charset="0"/>
              </a:rPr>
              <a:t>5</a:t>
            </a:r>
            <a:r>
              <a:rPr lang="en-US" altLang="en-US" sz="1800">
                <a:solidFill>
                  <a:srgbClr val="002060"/>
                </a:solidFill>
                <a:cs typeface="Arial" panose="020B0604020202020204" pitchFamily="34" charset="0"/>
              </a:rPr>
              <a:t>,</a:t>
            </a:r>
            <a:endParaRPr lang="en-IN" altLang="en-US" sz="1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FDA69-EF28-4C2D-3CF7-92DAF8E150EB}"/>
              </a:ext>
            </a:extLst>
          </p:cNvPr>
          <p:cNvSpPr txBox="1"/>
          <p:nvPr/>
        </p:nvSpPr>
        <p:spPr>
          <a:xfrm>
            <a:off x="228600" y="187325"/>
            <a:ext cx="8748713" cy="46196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400" b="1" dirty="0">
                <a:ea typeface="DengXian" panose="02010600030101010101" pitchFamily="2" charset="-122"/>
                <a:cs typeface="Arial" panose="020B0604020202020204" pitchFamily="34" charset="0"/>
              </a:rPr>
              <a:t>Temperature dependence of the rate of reaction: </a:t>
            </a:r>
          </a:p>
        </p:txBody>
      </p:sp>
      <p:sp>
        <p:nvSpPr>
          <p:cNvPr id="62475" name="TextBox 2">
            <a:extLst>
              <a:ext uri="{FF2B5EF4-FFF2-40B4-BE49-F238E27FC236}">
                <a16:creationId xmlns:a16="http://schemas.microsoft.com/office/drawing/2014/main" id="{5FE859E4-8962-53B0-C665-43DF211A8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7600"/>
            <a:ext cx="7772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/>
              <a:t>Reaction between oxalic acid and potassium permanganate occur at higher temperature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Date Placeholder 1">
            <a:extLst>
              <a:ext uri="{FF2B5EF4-FFF2-40B4-BE49-F238E27FC236}">
                <a16:creationId xmlns:a16="http://schemas.microsoft.com/office/drawing/2014/main" id="{F03308E6-89F1-48B2-60BA-96C3296E5A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149DE8-84E1-4B0B-AE62-52D7F4D68589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63491" name="Footer Placeholder 2">
            <a:extLst>
              <a:ext uri="{FF2B5EF4-FFF2-40B4-BE49-F238E27FC236}">
                <a16:creationId xmlns:a16="http://schemas.microsoft.com/office/drawing/2014/main" id="{A1A4EEF6-886B-9D03-460F-FEB3CE665F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AE9E0308-A998-0783-21CB-EA08E2C55E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1DB750-1672-4AEE-9C98-BA515E6C907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400"/>
          </a:p>
        </p:txBody>
      </p:sp>
      <p:sp>
        <p:nvSpPr>
          <p:cNvPr id="63493" name="Rectangle 4">
            <a:extLst>
              <a:ext uri="{FF2B5EF4-FFF2-40B4-BE49-F238E27FC236}">
                <a16:creationId xmlns:a16="http://schemas.microsoft.com/office/drawing/2014/main" id="{17E800E7-C5EF-AD4F-5B17-2D6B2EB19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213" y="2173288"/>
            <a:ext cx="6702425" cy="352901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pic>
        <p:nvPicPr>
          <p:cNvPr id="63494" name="Picture 5">
            <a:extLst>
              <a:ext uri="{FF2B5EF4-FFF2-40B4-BE49-F238E27FC236}">
                <a16:creationId xmlns:a16="http://schemas.microsoft.com/office/drawing/2014/main" id="{B8CBD73B-1BCB-98DA-3CEC-B12D35366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2382838"/>
            <a:ext cx="5135562" cy="89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5" name="Picture 6">
            <a:extLst>
              <a:ext uri="{FF2B5EF4-FFF2-40B4-BE49-F238E27FC236}">
                <a16:creationId xmlns:a16="http://schemas.microsoft.com/office/drawing/2014/main" id="{CB0C38A8-2571-D5C0-A2C9-2121325FA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3276600"/>
            <a:ext cx="6546850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6" name="TextBox 7">
            <a:extLst>
              <a:ext uri="{FF2B5EF4-FFF2-40B4-BE49-F238E27FC236}">
                <a16:creationId xmlns:a16="http://schemas.microsoft.com/office/drawing/2014/main" id="{624296F2-EEF2-73F7-F5F0-9F055946E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6688"/>
            <a:ext cx="3886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u="sng">
                <a:solidFill>
                  <a:srgbClr val="7030A0"/>
                </a:solidFill>
                <a:cs typeface="Arial" panose="020B0604020202020204" pitchFamily="34" charset="0"/>
              </a:rPr>
              <a:t>Transition State Theory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1A88F-7FEB-A002-B2C5-123F0DBDF12D}"/>
              </a:ext>
            </a:extLst>
          </p:cNvPr>
          <p:cNvSpPr txBox="1"/>
          <p:nvPr/>
        </p:nvSpPr>
        <p:spPr>
          <a:xfrm>
            <a:off x="258763" y="582613"/>
            <a:ext cx="6781800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sz="2400" dirty="0">
                <a:solidFill>
                  <a:schemeClr val="accent5">
                    <a:lumMod val="10000"/>
                  </a:schemeClr>
                </a:solidFill>
                <a:cs typeface="Arial" panose="020B0604020202020204" pitchFamily="34" charset="0"/>
              </a:rPr>
              <a:t>According to Arrhenius, reaction takes place through formation of unstable Intermediate called activated complex which exist for short time and then breaks up to form product.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Date Placeholder 1">
            <a:extLst>
              <a:ext uri="{FF2B5EF4-FFF2-40B4-BE49-F238E27FC236}">
                <a16:creationId xmlns:a16="http://schemas.microsoft.com/office/drawing/2014/main" id="{5289FB68-ED6E-E479-6870-0F6FF174CC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AA7D82-9C73-47B6-A052-E45A0D6BE1AB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64515" name="Footer Placeholder 2">
            <a:extLst>
              <a:ext uri="{FF2B5EF4-FFF2-40B4-BE49-F238E27FC236}">
                <a16:creationId xmlns:a16="http://schemas.microsoft.com/office/drawing/2014/main" id="{EA145B8D-1A8E-63F1-3569-0B8171A748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045AEB20-F7D5-4436-F6DF-6F5E2D8980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BDC8B7-94D9-43AB-91BE-A6E56260BF5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400"/>
          </a:p>
        </p:txBody>
      </p:sp>
      <p:sp>
        <p:nvSpPr>
          <p:cNvPr id="64517" name="Rectangle 4">
            <a:extLst>
              <a:ext uri="{FF2B5EF4-FFF2-40B4-BE49-F238E27FC236}">
                <a16:creationId xmlns:a16="http://schemas.microsoft.com/office/drawing/2014/main" id="{A1A15A13-8FCB-423E-2328-1ECDB751A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295400"/>
            <a:ext cx="6324600" cy="3505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grpSp>
        <p:nvGrpSpPr>
          <p:cNvPr id="64518" name="Group 5">
            <a:extLst>
              <a:ext uri="{FF2B5EF4-FFF2-40B4-BE49-F238E27FC236}">
                <a16:creationId xmlns:a16="http://schemas.microsoft.com/office/drawing/2014/main" id="{630ACF55-98B0-31FB-61F0-C73A37A8CA3C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676400"/>
            <a:ext cx="5181600" cy="2743200"/>
            <a:chOff x="824459" y="1087821"/>
            <a:chExt cx="7749915" cy="4938225"/>
          </a:xfrm>
        </p:grpSpPr>
        <p:pic>
          <p:nvPicPr>
            <p:cNvPr id="64520" name="Picture 6">
              <a:extLst>
                <a:ext uri="{FF2B5EF4-FFF2-40B4-BE49-F238E27FC236}">
                  <a16:creationId xmlns:a16="http://schemas.microsoft.com/office/drawing/2014/main" id="{E31E46F4-D158-3207-F9C6-F33CB369E2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459" y="1087821"/>
              <a:ext cx="7749915" cy="4938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32BA3A-FB62-5AF0-0A87-BF316BC732B5}"/>
                </a:ext>
              </a:extLst>
            </p:cNvPr>
            <p:cNvSpPr/>
            <p:nvPr/>
          </p:nvSpPr>
          <p:spPr>
            <a:xfrm>
              <a:off x="869573" y="5051548"/>
              <a:ext cx="1514842" cy="628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</p:grpSp>
      <p:pic>
        <p:nvPicPr>
          <p:cNvPr id="64519" name="Picture 8">
            <a:extLst>
              <a:ext uri="{FF2B5EF4-FFF2-40B4-BE49-F238E27FC236}">
                <a16:creationId xmlns:a16="http://schemas.microsoft.com/office/drawing/2014/main" id="{7B7FB7FC-DFC6-A46C-53F4-1DAE1C2AE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66700"/>
            <a:ext cx="6934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Date Placeholder 1">
            <a:extLst>
              <a:ext uri="{FF2B5EF4-FFF2-40B4-BE49-F238E27FC236}">
                <a16:creationId xmlns:a16="http://schemas.microsoft.com/office/drawing/2014/main" id="{18A7657C-C543-E98D-B6AD-FC03093F4B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74CE99-8D31-4328-9A44-856520D03F7B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65539" name="Footer Placeholder 2">
            <a:extLst>
              <a:ext uri="{FF2B5EF4-FFF2-40B4-BE49-F238E27FC236}">
                <a16:creationId xmlns:a16="http://schemas.microsoft.com/office/drawing/2014/main" id="{088725A3-FC15-93FF-95C3-721F48B51F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BDA8534F-42CF-BE14-EF04-A362DA7B55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17EFD8-69CB-4968-9898-71F61769957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571597-BB02-A421-FBB8-A3F9F9B56CF7}"/>
              </a:ext>
            </a:extLst>
          </p:cNvPr>
          <p:cNvSpPr txBox="1"/>
          <p:nvPr/>
        </p:nvSpPr>
        <p:spPr>
          <a:xfrm>
            <a:off x="457200" y="2085975"/>
            <a:ext cx="8305800" cy="3767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b="1" dirty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endParaRPr lang="en-US" b="1" dirty="0"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The energy needed to form activated complex is called energy of activation. It is very low for some reactions and very high for others. </a:t>
            </a:r>
          </a:p>
          <a:p>
            <a:pPr marL="342900" indent="-342900" algn="just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GB" sz="2800" b="1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  <a:p>
            <a:pPr marL="342900" indent="-342900" algn="just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sz="2400" b="1" dirty="0" err="1">
                <a:cs typeface="Arial" panose="020B0604020202020204" pitchFamily="34" charset="0"/>
              </a:rPr>
              <a:t>E</a:t>
            </a:r>
            <a:r>
              <a:rPr lang="en-GB" sz="2400" b="1" baseline="-25000" dirty="0" err="1">
                <a:cs typeface="Arial" panose="020B0604020202020204" pitchFamily="34" charset="0"/>
              </a:rPr>
              <a:t>a</a:t>
            </a:r>
            <a:r>
              <a:rPr lang="en-GB" sz="2400" b="1" dirty="0">
                <a:cs typeface="Arial" panose="020B0604020202020204" pitchFamily="34" charset="0"/>
              </a:rPr>
              <a:t> is always positive</a:t>
            </a:r>
            <a:r>
              <a:rPr lang="en-GB" b="1" dirty="0"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GB" b="1" dirty="0">
              <a:cs typeface="Arial" panose="020B0604020202020204" pitchFamily="34" charset="0"/>
            </a:endParaRPr>
          </a:p>
          <a:p>
            <a:pPr marL="342900" indent="-342900" algn="just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sz="2400" b="1" dirty="0">
                <a:cs typeface="Arial" panose="020B0604020202020204" pitchFamily="34" charset="0"/>
              </a:rPr>
              <a:t>The larger the value of </a:t>
            </a:r>
            <a:r>
              <a:rPr lang="en-GB" sz="2400" b="1" dirty="0" err="1">
                <a:cs typeface="Arial" panose="020B0604020202020204" pitchFamily="34" charset="0"/>
              </a:rPr>
              <a:t>E</a:t>
            </a:r>
            <a:r>
              <a:rPr lang="en-GB" sz="2400" b="1" baseline="-25000" dirty="0" err="1">
                <a:cs typeface="Arial" panose="020B0604020202020204" pitchFamily="34" charset="0"/>
              </a:rPr>
              <a:t>a</a:t>
            </a:r>
            <a:r>
              <a:rPr lang="en-GB" sz="2400" b="1" dirty="0">
                <a:cs typeface="Arial" panose="020B0604020202020204" pitchFamily="34" charset="0"/>
              </a:rPr>
              <a:t>, the slower the rate of a reaction at a given temperature.</a:t>
            </a:r>
          </a:p>
        </p:txBody>
      </p:sp>
      <p:sp>
        <p:nvSpPr>
          <p:cNvPr id="65542" name="TextBox 7">
            <a:extLst>
              <a:ext uri="{FF2B5EF4-FFF2-40B4-BE49-F238E27FC236}">
                <a16:creationId xmlns:a16="http://schemas.microsoft.com/office/drawing/2014/main" id="{7AF58A51-5C37-309D-7DAA-F298BDB5A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6050"/>
            <a:ext cx="8763000" cy="646113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C00000"/>
                </a:solidFill>
                <a:cs typeface="Arial" panose="020B0604020202020204" pitchFamily="34" charset="0"/>
              </a:rPr>
              <a:t>Activation energy (E</a:t>
            </a:r>
            <a:r>
              <a:rPr lang="en-US" altLang="en-US" sz="3600" b="1" baseline="-25000">
                <a:solidFill>
                  <a:srgbClr val="C00000"/>
                </a:solidFill>
                <a:cs typeface="Arial" panose="020B0604020202020204" pitchFamily="34" charset="0"/>
              </a:rPr>
              <a:t>a</a:t>
            </a:r>
            <a:r>
              <a:rPr lang="en-US" altLang="en-US" sz="3600" b="1">
                <a:solidFill>
                  <a:srgbClr val="C00000"/>
                </a:solidFill>
                <a:cs typeface="Arial" panose="020B0604020202020204" pitchFamily="34" charset="0"/>
              </a:rPr>
              <a:t>)</a:t>
            </a:r>
            <a:r>
              <a:rPr lang="en-US" altLang="en-US" sz="3600" b="1"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Date Placeholder 1">
            <a:extLst>
              <a:ext uri="{FF2B5EF4-FFF2-40B4-BE49-F238E27FC236}">
                <a16:creationId xmlns:a16="http://schemas.microsoft.com/office/drawing/2014/main" id="{BA76AAC4-C3C5-55DF-E817-E4F07FC351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7CC335-CA36-4412-9BCD-116A4F0E3FFD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66563" name="Footer Placeholder 2">
            <a:extLst>
              <a:ext uri="{FF2B5EF4-FFF2-40B4-BE49-F238E27FC236}">
                <a16:creationId xmlns:a16="http://schemas.microsoft.com/office/drawing/2014/main" id="{E2BD296C-EE30-E754-21BF-77CABC3761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635668B7-BA9D-4553-9DD4-FDE1B4855A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143526-4DD5-4D4B-9C72-950DBF5AB09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400"/>
          </a:p>
        </p:txBody>
      </p:sp>
      <p:grpSp>
        <p:nvGrpSpPr>
          <p:cNvPr id="66565" name="Group 4">
            <a:extLst>
              <a:ext uri="{FF2B5EF4-FFF2-40B4-BE49-F238E27FC236}">
                <a16:creationId xmlns:a16="http://schemas.microsoft.com/office/drawing/2014/main" id="{BBA52546-B037-8FDA-4DEA-979ED1FA392A}"/>
              </a:ext>
            </a:extLst>
          </p:cNvPr>
          <p:cNvGrpSpPr>
            <a:grpSpLocks/>
          </p:cNvGrpSpPr>
          <p:nvPr/>
        </p:nvGrpSpPr>
        <p:grpSpPr bwMode="auto">
          <a:xfrm>
            <a:off x="1268413" y="765175"/>
            <a:ext cx="6526212" cy="4010025"/>
            <a:chOff x="939004" y="1078921"/>
            <a:chExt cx="7265992" cy="4700157"/>
          </a:xfrm>
        </p:grpSpPr>
        <p:pic>
          <p:nvPicPr>
            <p:cNvPr id="66567" name="Picture 5">
              <a:extLst>
                <a:ext uri="{FF2B5EF4-FFF2-40B4-BE49-F238E27FC236}">
                  <a16:creationId xmlns:a16="http://schemas.microsoft.com/office/drawing/2014/main" id="{824B59D7-AB85-9590-493D-64E07971E9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9004" y="1078921"/>
              <a:ext cx="7265992" cy="47001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131B862-0124-1CB7-1085-185EF6B03DAB}"/>
                </a:ext>
              </a:extLst>
            </p:cNvPr>
            <p:cNvSpPr/>
            <p:nvPr/>
          </p:nvSpPr>
          <p:spPr>
            <a:xfrm>
              <a:off x="1619472" y="4766851"/>
              <a:ext cx="1318519" cy="6586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6566" name="Rectangle 7">
            <a:extLst>
              <a:ext uri="{FF2B5EF4-FFF2-40B4-BE49-F238E27FC236}">
                <a16:creationId xmlns:a16="http://schemas.microsoft.com/office/drawing/2014/main" id="{E1A5BD01-FBC4-07E1-4E03-3541F9096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4718050"/>
            <a:ext cx="806608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</a:rPr>
              <a:t>Increasing the temperature of the substance increases the fraction of molecules, which collide with energies greater than </a:t>
            </a:r>
            <a:r>
              <a:rPr lang="en-US" altLang="en-US" sz="2800" i="1">
                <a:solidFill>
                  <a:srgbClr val="002060"/>
                </a:solidFill>
                <a:cs typeface="Arial" panose="020B0604020202020204" pitchFamily="34" charset="0"/>
              </a:rPr>
              <a:t>E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</a:rPr>
              <a:t>a.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Date Placeholder 1">
            <a:extLst>
              <a:ext uri="{FF2B5EF4-FFF2-40B4-BE49-F238E27FC236}">
                <a16:creationId xmlns:a16="http://schemas.microsoft.com/office/drawing/2014/main" id="{2E06AAF9-7CBC-1940-8A8A-65683AED73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CCC80E-F384-44D2-8E6D-7F0EF04D0D5D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67587" name="Footer Placeholder 2">
            <a:extLst>
              <a:ext uri="{FF2B5EF4-FFF2-40B4-BE49-F238E27FC236}">
                <a16:creationId xmlns:a16="http://schemas.microsoft.com/office/drawing/2014/main" id="{95768B33-3FD8-A6DB-8199-F0578C104A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DB8A126A-0979-1044-0E60-B39050E11A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B61D2D-093D-488B-B09C-00DE2060BE1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1400"/>
          </a:p>
        </p:txBody>
      </p:sp>
      <p:pic>
        <p:nvPicPr>
          <p:cNvPr id="67589" name="Picture 4">
            <a:extLst>
              <a:ext uri="{FF2B5EF4-FFF2-40B4-BE49-F238E27FC236}">
                <a16:creationId xmlns:a16="http://schemas.microsoft.com/office/drawing/2014/main" id="{317CC1FD-E1D8-46A6-B22A-2022E97B5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8" b="14389"/>
          <a:stretch>
            <a:fillRect/>
          </a:stretch>
        </p:blipFill>
        <p:spPr bwMode="auto">
          <a:xfrm>
            <a:off x="1141413" y="958850"/>
            <a:ext cx="7388225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0" name="Rectangle 5">
            <a:extLst>
              <a:ext uri="{FF2B5EF4-FFF2-40B4-BE49-F238E27FC236}">
                <a16:creationId xmlns:a16="http://schemas.microsoft.com/office/drawing/2014/main" id="{6860218F-5FBF-F3C9-C920-D089B7541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" y="4481513"/>
            <a:ext cx="7945438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It is clear from the diagram that in the curve at (</a:t>
            </a:r>
            <a:r>
              <a:rPr lang="en-US" altLang="en-US" sz="2400" i="1">
                <a:cs typeface="Arial" panose="020B0604020202020204" pitchFamily="34" charset="0"/>
              </a:rPr>
              <a:t>t </a:t>
            </a:r>
            <a:r>
              <a:rPr lang="en-US" altLang="en-US" sz="2400">
                <a:cs typeface="Arial" panose="020B0604020202020204" pitchFamily="34" charset="0"/>
              </a:rPr>
              <a:t>+ 10), the area showing the fraction of molecules having energy equal to or greater than activation energy gets doubled leading to doubling the rate of a reaction.</a:t>
            </a:r>
            <a:endParaRPr lang="en-US" altLang="en-US" sz="2400" b="1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Date Placeholder 1">
            <a:extLst>
              <a:ext uri="{FF2B5EF4-FFF2-40B4-BE49-F238E27FC236}">
                <a16:creationId xmlns:a16="http://schemas.microsoft.com/office/drawing/2014/main" id="{460BF70B-B4A4-2D31-749D-3664671631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FA2DF5-B1EB-4741-9784-8EB0108EB7E2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68611" name="Footer Placeholder 2">
            <a:extLst>
              <a:ext uri="{FF2B5EF4-FFF2-40B4-BE49-F238E27FC236}">
                <a16:creationId xmlns:a16="http://schemas.microsoft.com/office/drawing/2014/main" id="{15E46F34-1AC8-9660-8898-0C353B3EC2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7C03C938-B2C7-2B37-5840-9D682DFD78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B77E3D-782A-463F-A11F-A5CDD592BB2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1400"/>
          </a:p>
        </p:txBody>
      </p:sp>
      <p:grpSp>
        <p:nvGrpSpPr>
          <p:cNvPr id="68613" name="Group 4">
            <a:extLst>
              <a:ext uri="{FF2B5EF4-FFF2-40B4-BE49-F238E27FC236}">
                <a16:creationId xmlns:a16="http://schemas.microsoft.com/office/drawing/2014/main" id="{CFF57C59-BB19-21D0-BF4B-E1B300CF8547}"/>
              </a:ext>
            </a:extLst>
          </p:cNvPr>
          <p:cNvGrpSpPr>
            <a:grpSpLocks/>
          </p:cNvGrpSpPr>
          <p:nvPr/>
        </p:nvGrpSpPr>
        <p:grpSpPr bwMode="auto">
          <a:xfrm>
            <a:off x="509588" y="1163638"/>
            <a:ext cx="8199437" cy="3108325"/>
            <a:chOff x="509665" y="3681999"/>
            <a:chExt cx="8334532" cy="2297251"/>
          </a:xfrm>
        </p:grpSpPr>
        <p:sp>
          <p:nvSpPr>
            <p:cNvPr id="68614" name="Rectangle 5">
              <a:extLst>
                <a:ext uri="{FF2B5EF4-FFF2-40B4-BE49-F238E27FC236}">
                  <a16:creationId xmlns:a16="http://schemas.microsoft.com/office/drawing/2014/main" id="{1826F474-B26D-F9DF-0EB7-7D2681076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665" y="3681999"/>
              <a:ext cx="8334532" cy="2297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cs typeface="Arial" panose="020B0604020202020204" pitchFamily="34" charset="0"/>
                </a:rPr>
                <a:t>For a chemical reaction with rise in temperature by 10°, the rate constant is nearly doubled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1">
                <a:cs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cs typeface="Arial" panose="020B0604020202020204" pitchFamily="34" charset="0"/>
                </a:rPr>
                <a:t>The ratio                </a:t>
              </a:r>
              <a:r>
                <a:rPr lang="en-US" altLang="en-US" sz="2800" b="1">
                  <a:solidFill>
                    <a:srgbClr val="000000"/>
                  </a:solidFill>
                  <a:cs typeface="Arial" panose="020B0604020202020204" pitchFamily="34" charset="0"/>
                </a:rPr>
                <a:t>is called the </a:t>
              </a:r>
              <a:r>
                <a:rPr lang="en-US" altLang="en-US" sz="2800" b="1">
                  <a:solidFill>
                    <a:srgbClr val="C00000"/>
                  </a:solidFill>
                  <a:cs typeface="Arial" panose="020B0604020202020204" pitchFamily="34" charset="0"/>
                </a:rPr>
                <a:t>temperature 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1">
                <a:solidFill>
                  <a:srgbClr val="C00000"/>
                </a:solidFill>
                <a:cs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C00000"/>
                  </a:solidFill>
                  <a:cs typeface="Arial" panose="020B0604020202020204" pitchFamily="34" charset="0"/>
                </a:rPr>
                <a:t>coefficient </a:t>
              </a:r>
              <a:r>
                <a:rPr lang="en-US" altLang="en-US" sz="2800" b="1">
                  <a:cs typeface="Arial" panose="020B0604020202020204" pitchFamily="34" charset="0"/>
                </a:rPr>
                <a:t> and its value is 2 or 3</a:t>
              </a:r>
            </a:p>
          </p:txBody>
        </p:sp>
        <p:grpSp>
          <p:nvGrpSpPr>
            <p:cNvPr id="68615" name="Group 6">
              <a:extLst>
                <a:ext uri="{FF2B5EF4-FFF2-40B4-BE49-F238E27FC236}">
                  <a16:creationId xmlns:a16="http://schemas.microsoft.com/office/drawing/2014/main" id="{235BA5EB-F31F-DEA3-23FC-0E473EE462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1586" y="4747770"/>
              <a:ext cx="1524000" cy="954107"/>
              <a:chOff x="2591242" y="3293723"/>
              <a:chExt cx="1524000" cy="954107"/>
            </a:xfrm>
          </p:grpSpPr>
          <p:sp>
            <p:nvSpPr>
              <p:cNvPr id="68616" name="TextBox 7">
                <a:extLst>
                  <a:ext uri="{FF2B5EF4-FFF2-40B4-BE49-F238E27FC236}">
                    <a16:creationId xmlns:a16="http://schemas.microsoft.com/office/drawing/2014/main" id="{073842ED-12FF-EEFC-E5C4-7DCC4F2149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1242" y="3293723"/>
                <a:ext cx="1524000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800" b="1">
                    <a:latin typeface="Book Antiqua" panose="02040602050305030304" pitchFamily="18" charset="0"/>
                  </a:rPr>
                  <a:t>k</a:t>
                </a:r>
                <a:r>
                  <a:rPr lang="en-US" altLang="en-US" sz="2800" b="1" baseline="-25000"/>
                  <a:t>(T+10)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800" b="1"/>
                  <a:t>   </a:t>
                </a:r>
                <a:r>
                  <a:rPr lang="en-US" altLang="en-US" sz="2800" b="1">
                    <a:latin typeface="Book Antiqua" panose="02040602050305030304" pitchFamily="18" charset="0"/>
                  </a:rPr>
                  <a:t>k</a:t>
                </a:r>
                <a:r>
                  <a:rPr lang="en-US" altLang="en-US" sz="2800" b="1" baseline="-25000"/>
                  <a:t>T</a:t>
                </a: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BF2EB99-85C8-B40F-1F68-30D48BC3C6B6}"/>
                  </a:ext>
                </a:extLst>
              </p:cNvPr>
              <p:cNvCxnSpPr/>
              <p:nvPr/>
            </p:nvCxnSpPr>
            <p:spPr>
              <a:xfrm>
                <a:off x="2896002" y="3685146"/>
                <a:ext cx="91494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Date Placeholder 1">
            <a:extLst>
              <a:ext uri="{FF2B5EF4-FFF2-40B4-BE49-F238E27FC236}">
                <a16:creationId xmlns:a16="http://schemas.microsoft.com/office/drawing/2014/main" id="{6026C358-A7BA-B925-A180-327CD2E4C7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6A4CC0-A739-41B8-B3AD-B9395F38A322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69635" name="Footer Placeholder 2">
            <a:extLst>
              <a:ext uri="{FF2B5EF4-FFF2-40B4-BE49-F238E27FC236}">
                <a16:creationId xmlns:a16="http://schemas.microsoft.com/office/drawing/2014/main" id="{661056EF-AE52-094B-88A1-4F80B63E6C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657A537E-208E-6736-C57F-E1C4C6FF88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C213FF-873D-43FB-87CE-20672648EC4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en-US" sz="1400"/>
          </a:p>
        </p:txBody>
      </p:sp>
      <p:sp>
        <p:nvSpPr>
          <p:cNvPr id="69637" name="Rectangle 4">
            <a:extLst>
              <a:ext uri="{FF2B5EF4-FFF2-40B4-BE49-F238E27FC236}">
                <a16:creationId xmlns:a16="http://schemas.microsoft.com/office/drawing/2014/main" id="{5A942C31-FF13-2A8F-B17D-7E4DD64CF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8320088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i="1">
                <a:solidFill>
                  <a:srgbClr val="7030A0"/>
                </a:solidFill>
                <a:cs typeface="Arial" panose="020B0604020202020204" pitchFamily="34" charset="0"/>
              </a:rPr>
              <a:t> </a:t>
            </a:r>
            <a:r>
              <a:rPr lang="en-US" altLang="en-US" sz="3600">
                <a:solidFill>
                  <a:srgbClr val="00B050"/>
                </a:solidFill>
                <a:cs typeface="Arial" panose="020B0604020202020204" pitchFamily="34" charset="0"/>
              </a:rPr>
              <a:t>Arrhenius Equation</a:t>
            </a:r>
            <a:endParaRPr lang="en-US" altLang="en-US" sz="3600" i="1">
              <a:solidFill>
                <a:srgbClr val="00B050"/>
              </a:solidFill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3600" i="1">
                <a:cs typeface="Arial" panose="020B0604020202020204" pitchFamily="34" charset="0"/>
              </a:rPr>
              <a:t>k </a:t>
            </a:r>
            <a:r>
              <a:rPr lang="en-US" altLang="en-US" sz="3600">
                <a:cs typeface="Arial" panose="020B0604020202020204" pitchFamily="34" charset="0"/>
              </a:rPr>
              <a:t>= A e</a:t>
            </a:r>
            <a:r>
              <a:rPr lang="en-US" altLang="en-US" sz="3600" baseline="30000">
                <a:cs typeface="Arial" panose="020B0604020202020204" pitchFamily="34" charset="0"/>
              </a:rPr>
              <a:t>-</a:t>
            </a:r>
            <a:r>
              <a:rPr lang="en-US" altLang="en-US" sz="3600" i="1" baseline="30000">
                <a:cs typeface="Arial" panose="020B0604020202020204" pitchFamily="34" charset="0"/>
              </a:rPr>
              <a:t>E</a:t>
            </a:r>
            <a:r>
              <a:rPr lang="en-US" altLang="en-US" sz="3600" baseline="30000">
                <a:cs typeface="Arial" panose="020B0604020202020204" pitchFamily="34" charset="0"/>
              </a:rPr>
              <a:t>a /</a:t>
            </a:r>
            <a:r>
              <a:rPr lang="en-US" altLang="en-US" sz="3600" i="1" baseline="30000">
                <a:cs typeface="Arial" panose="020B0604020202020204" pitchFamily="34" charset="0"/>
              </a:rPr>
              <a:t>RT</a:t>
            </a:r>
            <a:r>
              <a:rPr lang="en-US" altLang="en-US" sz="3600" i="1">
                <a:cs typeface="Arial" panose="020B0604020202020204" pitchFamily="34" charset="0"/>
              </a:rPr>
              <a:t> </a:t>
            </a:r>
            <a:endParaRPr lang="en-US" altLang="en-US" sz="3600" i="1">
              <a:solidFill>
                <a:srgbClr val="7030A0"/>
              </a:solidFill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e</a:t>
            </a:r>
            <a:r>
              <a:rPr lang="en-US" altLang="en-US" sz="2800" baseline="30000">
                <a:cs typeface="Arial" panose="020B0604020202020204" pitchFamily="34" charset="0"/>
              </a:rPr>
              <a:t>-</a:t>
            </a:r>
            <a:r>
              <a:rPr lang="en-US" altLang="en-US" sz="2800" i="1" baseline="30000">
                <a:cs typeface="Arial" panose="020B0604020202020204" pitchFamily="34" charset="0"/>
              </a:rPr>
              <a:t>E</a:t>
            </a:r>
            <a:r>
              <a:rPr lang="en-US" altLang="en-US" sz="2800" baseline="30000">
                <a:cs typeface="Arial" panose="020B0604020202020204" pitchFamily="34" charset="0"/>
              </a:rPr>
              <a:t>a /</a:t>
            </a:r>
            <a:r>
              <a:rPr lang="en-US" altLang="en-US" sz="2800" i="1" baseline="30000">
                <a:cs typeface="Arial" panose="020B0604020202020204" pitchFamily="34" charset="0"/>
              </a:rPr>
              <a:t>RT </a:t>
            </a:r>
            <a:r>
              <a:rPr lang="en-US" altLang="en-US" sz="2800" i="1">
                <a:solidFill>
                  <a:srgbClr val="7030A0"/>
                </a:solidFill>
                <a:cs typeface="Arial" panose="020B0604020202020204" pitchFamily="34" charset="0"/>
              </a:rPr>
              <a:t>= Fraction of molecule having K.E. &gt; E</a:t>
            </a:r>
            <a:r>
              <a:rPr lang="en-US" altLang="en-US" sz="2800" i="1" baseline="-25000">
                <a:solidFill>
                  <a:srgbClr val="7030A0"/>
                </a:solidFill>
                <a:cs typeface="Arial" panose="020B0604020202020204" pitchFamily="34" charset="0"/>
              </a:rPr>
              <a:t>a</a:t>
            </a:r>
            <a:endParaRPr lang="en-US" altLang="en-US" sz="2800" baseline="-25000">
              <a:cs typeface="Arial" panose="020B0604020202020204" pitchFamily="34" charset="0"/>
            </a:endParaRPr>
          </a:p>
        </p:txBody>
      </p:sp>
      <p:sp>
        <p:nvSpPr>
          <p:cNvPr id="69638" name="TextBox 5">
            <a:extLst>
              <a:ext uri="{FF2B5EF4-FFF2-40B4-BE49-F238E27FC236}">
                <a16:creationId xmlns:a16="http://schemas.microsoft.com/office/drawing/2014/main" id="{D5BDC96F-355E-885B-D77A-6B5A7753E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438400"/>
            <a:ext cx="62960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Natural logarithm of Arrhenius equation gives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cs typeface="Arial" panose="020B0604020202020204" pitchFamily="34" charset="0"/>
            </a:endParaRPr>
          </a:p>
        </p:txBody>
      </p:sp>
      <p:pic>
        <p:nvPicPr>
          <p:cNvPr id="69639" name="Picture 6">
            <a:extLst>
              <a:ext uri="{FF2B5EF4-FFF2-40B4-BE49-F238E27FC236}">
                <a16:creationId xmlns:a16="http://schemas.microsoft.com/office/drawing/2014/main" id="{E39DF036-715A-1B0B-FC0F-EDCA87BBC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2954338"/>
            <a:ext cx="368935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0" name="Picture 7">
            <a:extLst>
              <a:ext uri="{FF2B5EF4-FFF2-40B4-BE49-F238E27FC236}">
                <a16:creationId xmlns:a16="http://schemas.microsoft.com/office/drawing/2014/main" id="{776D1643-993D-7C6F-F52E-FF3AFBCB6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954338"/>
            <a:ext cx="4197350" cy="321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41" name="TextBox 8">
            <a:extLst>
              <a:ext uri="{FF2B5EF4-FFF2-40B4-BE49-F238E27FC236}">
                <a16:creationId xmlns:a16="http://schemas.microsoft.com/office/drawing/2014/main" id="{2A5D874F-F0D4-C5E9-FA0A-14C32A626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3979863"/>
            <a:ext cx="367347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1800">
                <a:cs typeface="Arial" panose="020B0604020202020204" pitchFamily="34" charset="0"/>
              </a:rPr>
              <a:t>Plot of ln k vs 1/T is straight line shows that  </a:t>
            </a:r>
            <a:r>
              <a:rPr lang="en-US" altLang="en-US" sz="1800">
                <a:solidFill>
                  <a:srgbClr val="FF0000"/>
                </a:solidFill>
                <a:cs typeface="Arial" panose="020B0604020202020204" pitchFamily="34" charset="0"/>
              </a:rPr>
              <a:t>increasing the temperature </a:t>
            </a:r>
            <a:r>
              <a:rPr lang="en-US" altLang="en-US" sz="1800">
                <a:cs typeface="Arial" panose="020B0604020202020204" pitchFamily="34" charset="0"/>
              </a:rPr>
              <a:t>or decreasing the activation energy will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1800">
                <a:cs typeface="Arial" panose="020B0604020202020204" pitchFamily="34" charset="0"/>
              </a:rPr>
              <a:t>result in an increase in the rate of the reaction and an exponential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1800">
                <a:cs typeface="Arial" panose="020B0604020202020204" pitchFamily="34" charset="0"/>
              </a:rPr>
              <a:t>increase in the rate constant.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Date Placeholder 1">
            <a:extLst>
              <a:ext uri="{FF2B5EF4-FFF2-40B4-BE49-F238E27FC236}">
                <a16:creationId xmlns:a16="http://schemas.microsoft.com/office/drawing/2014/main" id="{B836D574-0AD8-01AE-C9FB-4DE1551B2F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03C2A9-3D65-4C3F-B4DF-0FD66B87D0E9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70659" name="Footer Placeholder 2">
            <a:extLst>
              <a:ext uri="{FF2B5EF4-FFF2-40B4-BE49-F238E27FC236}">
                <a16:creationId xmlns:a16="http://schemas.microsoft.com/office/drawing/2014/main" id="{278A9D34-B991-70DC-FC69-C500E69270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10683D0B-4BB2-F480-D3DB-83FD6A7C4D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B7F3DA-F85B-4335-A347-FA0158A7C93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en-US" sz="1400"/>
          </a:p>
        </p:txBody>
      </p:sp>
      <p:pic>
        <p:nvPicPr>
          <p:cNvPr id="70661" name="Picture 4">
            <a:extLst>
              <a:ext uri="{FF2B5EF4-FFF2-40B4-BE49-F238E27FC236}">
                <a16:creationId xmlns:a16="http://schemas.microsoft.com/office/drawing/2014/main" id="{CF031DBA-CD03-CE1B-E815-A692B622A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25" y="1371600"/>
            <a:ext cx="368935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2" name="TextBox 6">
            <a:extLst>
              <a:ext uri="{FF2B5EF4-FFF2-40B4-BE49-F238E27FC236}">
                <a16:creationId xmlns:a16="http://schemas.microsoft.com/office/drawing/2014/main" id="{CB8F4B50-4EB2-032D-C7B2-FF13644F8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6050"/>
            <a:ext cx="4503738" cy="585788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Arrhenius Equation</a:t>
            </a:r>
            <a:endParaRPr lang="en-IN" altLang="en-US"/>
          </a:p>
        </p:txBody>
      </p:sp>
      <p:sp>
        <p:nvSpPr>
          <p:cNvPr id="70663" name="Rectangle 8">
            <a:extLst>
              <a:ext uri="{FF2B5EF4-FFF2-40B4-BE49-F238E27FC236}">
                <a16:creationId xmlns:a16="http://schemas.microsoft.com/office/drawing/2014/main" id="{395BD4D3-647F-E2A5-F635-56167D275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146050"/>
            <a:ext cx="4130675" cy="3587750"/>
          </a:xfrm>
          <a:prstGeom prst="rect">
            <a:avLst/>
          </a:prstGeom>
          <a:solidFill>
            <a:srgbClr val="00B0F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pic>
        <p:nvPicPr>
          <p:cNvPr id="70664" name="Picture 12">
            <a:extLst>
              <a:ext uri="{FF2B5EF4-FFF2-40B4-BE49-F238E27FC236}">
                <a16:creationId xmlns:a16="http://schemas.microsoft.com/office/drawing/2014/main" id="{A3BBA5E7-13A3-D6F2-23B9-18D79749D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163" y="512763"/>
            <a:ext cx="34290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5" name="TextBox 14">
            <a:extLst>
              <a:ext uri="{FF2B5EF4-FFF2-40B4-BE49-F238E27FC236}">
                <a16:creationId xmlns:a16="http://schemas.microsoft.com/office/drawing/2014/main" id="{661D1E3B-1764-F1B6-ACA1-1C6520D12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3979863"/>
            <a:ext cx="8013700" cy="15700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Plot of ln k vs 1/T is straight line shows that  </a:t>
            </a:r>
            <a:r>
              <a:rPr lang="en-US" altLang="en-US" sz="2400">
                <a:solidFill>
                  <a:srgbClr val="FF0000"/>
                </a:solidFill>
                <a:cs typeface="Arial" panose="020B0604020202020204" pitchFamily="34" charset="0"/>
              </a:rPr>
              <a:t>increasing the temperature </a:t>
            </a:r>
            <a:r>
              <a:rPr lang="en-US" altLang="en-US" sz="2400">
                <a:cs typeface="Arial" panose="020B0604020202020204" pitchFamily="34" charset="0"/>
              </a:rPr>
              <a:t>or decreasing the activation energy will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result in an increase in the rate of the reaction and an exponential  increase in the rate constant.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Date Placeholder 1">
            <a:extLst>
              <a:ext uri="{FF2B5EF4-FFF2-40B4-BE49-F238E27FC236}">
                <a16:creationId xmlns:a16="http://schemas.microsoft.com/office/drawing/2014/main" id="{EB39851D-EEAA-BD21-FB2A-E83D02B399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26940E-5656-4649-B3AB-A8651ED96C04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71683" name="Footer Placeholder 2">
            <a:extLst>
              <a:ext uri="{FF2B5EF4-FFF2-40B4-BE49-F238E27FC236}">
                <a16:creationId xmlns:a16="http://schemas.microsoft.com/office/drawing/2014/main" id="{5DE55337-92D7-130A-99FC-CD9BF2119B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6EC2DA8E-AF9C-E3BD-1248-9E8D250064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85A6A5-4D50-48B7-8BFB-66DE3ACF739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en-US" sz="14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F1BFED5-5995-C679-1612-D5135511D77C}"/>
              </a:ext>
            </a:extLst>
          </p:cNvPr>
          <p:cNvGrpSpPr>
            <a:grpSpLocks/>
          </p:cNvGrpSpPr>
          <p:nvPr/>
        </p:nvGrpSpPr>
        <p:grpSpPr bwMode="auto">
          <a:xfrm>
            <a:off x="523081" y="1747212"/>
            <a:ext cx="4132455" cy="1379380"/>
            <a:chOff x="479683" y="1256966"/>
            <a:chExt cx="4132267" cy="1378996"/>
          </a:xfrm>
          <a:solidFill>
            <a:schemeClr val="accent1">
              <a:lumMod val="75000"/>
            </a:schemeClr>
          </a:solidFill>
        </p:grpSpPr>
        <p:pic>
          <p:nvPicPr>
            <p:cNvPr id="71690" name="Picture 5">
              <a:extLst>
                <a:ext uri="{FF2B5EF4-FFF2-40B4-BE49-F238E27FC236}">
                  <a16:creationId xmlns:a16="http://schemas.microsoft.com/office/drawing/2014/main" id="{B232C6C8-2C6A-08C5-BF34-32D896711E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79683" y="1256966"/>
              <a:ext cx="3940377" cy="1231401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71691" name="TextBox 6">
              <a:extLst>
                <a:ext uri="{FF2B5EF4-FFF2-40B4-BE49-F238E27FC236}">
                  <a16:creationId xmlns:a16="http://schemas.microsoft.com/office/drawing/2014/main" id="{65322072-2430-D538-5280-C517B2230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5228" y="2174297"/>
              <a:ext cx="1886722" cy="461665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n-US" altLang="en-US" sz="2400" dirty="0">
                  <a:solidFill>
                    <a:srgbClr val="FF0000"/>
                  </a:solidFill>
                  <a:cs typeface="Arial" panose="020B0604020202020204" pitchFamily="34" charset="0"/>
                </a:rPr>
                <a:t>Equation - 1</a:t>
              </a:r>
            </a:p>
          </p:txBody>
        </p:sp>
      </p:grpSp>
      <p:grpSp>
        <p:nvGrpSpPr>
          <p:cNvPr id="71686" name="Group 7">
            <a:extLst>
              <a:ext uri="{FF2B5EF4-FFF2-40B4-BE49-F238E27FC236}">
                <a16:creationId xmlns:a16="http://schemas.microsoft.com/office/drawing/2014/main" id="{C6B7061D-9472-4E38-7B70-DE2883F1379F}"/>
              </a:ext>
            </a:extLst>
          </p:cNvPr>
          <p:cNvGrpSpPr>
            <a:grpSpLocks/>
          </p:cNvGrpSpPr>
          <p:nvPr/>
        </p:nvGrpSpPr>
        <p:grpSpPr bwMode="auto">
          <a:xfrm>
            <a:off x="4916488" y="1439863"/>
            <a:ext cx="4048125" cy="1273175"/>
            <a:chOff x="4916772" y="1439447"/>
            <a:chExt cx="4047799" cy="1273242"/>
          </a:xfrm>
        </p:grpSpPr>
        <p:pic>
          <p:nvPicPr>
            <p:cNvPr id="2" name="Picture 8">
              <a:extLst>
                <a:ext uri="{FF2B5EF4-FFF2-40B4-BE49-F238E27FC236}">
                  <a16:creationId xmlns:a16="http://schemas.microsoft.com/office/drawing/2014/main" id="{8A41496C-404E-7A7A-7454-150E9420CD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6772" y="1439447"/>
              <a:ext cx="4022625" cy="899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692" name="TextBox 9">
              <a:extLst>
                <a:ext uri="{FF2B5EF4-FFF2-40B4-BE49-F238E27FC236}">
                  <a16:creationId xmlns:a16="http://schemas.microsoft.com/office/drawing/2014/main" id="{37ACEEE4-1ED0-421A-527F-462D86B50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7849" y="2251024"/>
              <a:ext cx="18867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FDA9591-BFE5-079C-A953-120937007C7F}"/>
              </a:ext>
            </a:extLst>
          </p:cNvPr>
          <p:cNvSpPr txBox="1"/>
          <p:nvPr/>
        </p:nvSpPr>
        <p:spPr>
          <a:xfrm>
            <a:off x="228600" y="146050"/>
            <a:ext cx="4503738" cy="58578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3200" dirty="0">
                <a:cs typeface="Arial" panose="020B0604020202020204" pitchFamily="34" charset="0"/>
              </a:rPr>
              <a:t>Arrhenius Equation</a:t>
            </a:r>
            <a:endParaRPr lang="en-IN" sz="3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A1401BD-475D-10AC-6BB6-536181D7725C}"/>
              </a:ext>
            </a:extLst>
          </p:cNvPr>
          <p:cNvGrpSpPr>
            <a:grpSpLocks/>
          </p:cNvGrpSpPr>
          <p:nvPr/>
        </p:nvGrpSpPr>
        <p:grpSpPr bwMode="auto">
          <a:xfrm>
            <a:off x="523081" y="1462802"/>
            <a:ext cx="8097838" cy="1428036"/>
            <a:chOff x="479683" y="1256966"/>
            <a:chExt cx="8097470" cy="1427638"/>
          </a:xfrm>
          <a:solidFill>
            <a:schemeClr val="accent1">
              <a:lumMod val="75000"/>
            </a:schemeClr>
          </a:solidFill>
        </p:grpSpPr>
        <p:pic>
          <p:nvPicPr>
            <p:cNvPr id="18" name="Picture 5">
              <a:extLst>
                <a:ext uri="{FF2B5EF4-FFF2-40B4-BE49-F238E27FC236}">
                  <a16:creationId xmlns:a16="http://schemas.microsoft.com/office/drawing/2014/main" id="{4CC8026D-B0C5-BEA9-EC81-A45846AB5F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79683" y="1256966"/>
              <a:ext cx="3940377" cy="1231401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19" name="TextBox 6">
              <a:extLst>
                <a:ext uri="{FF2B5EF4-FFF2-40B4-BE49-F238E27FC236}">
                  <a16:creationId xmlns:a16="http://schemas.microsoft.com/office/drawing/2014/main" id="{BA514B90-6304-112E-DD4C-D9AAB60404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0431" y="2222939"/>
              <a:ext cx="1886722" cy="461665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n-US" altLang="en-US" sz="2400" dirty="0">
                  <a:solidFill>
                    <a:srgbClr val="FF0000"/>
                  </a:solidFill>
                  <a:cs typeface="Arial" panose="020B0604020202020204" pitchFamily="34" charset="0"/>
                </a:rPr>
                <a:t>Equation - 2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C80D193-FCF0-2DE6-5FD1-99D611CCBA7A}"/>
              </a:ext>
            </a:extLst>
          </p:cNvPr>
          <p:cNvSpPr/>
          <p:nvPr/>
        </p:nvSpPr>
        <p:spPr bwMode="auto">
          <a:xfrm>
            <a:off x="2020888" y="3694113"/>
            <a:ext cx="5791200" cy="1905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IN" dirty="0">
              <a:latin typeface="Arial" charset="0"/>
            </a:endParaRPr>
          </a:p>
        </p:txBody>
      </p:sp>
      <p:pic>
        <p:nvPicPr>
          <p:cNvPr id="3" name="Picture 20">
            <a:extLst>
              <a:ext uri="{FF2B5EF4-FFF2-40B4-BE49-F238E27FC236}">
                <a16:creationId xmlns:a16="http://schemas.microsoft.com/office/drawing/2014/main" id="{33797EFD-5158-E2BC-E6DF-BF2045888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75" y="3897313"/>
            <a:ext cx="48006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Date Placeholder 1">
            <a:extLst>
              <a:ext uri="{FF2B5EF4-FFF2-40B4-BE49-F238E27FC236}">
                <a16:creationId xmlns:a16="http://schemas.microsoft.com/office/drawing/2014/main" id="{D9F96EB9-D44A-D149-E8E1-A554D767DE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2D7370-1249-4CD1-9605-C4369A56D3BA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72707" name="Footer Placeholder 2">
            <a:extLst>
              <a:ext uri="{FF2B5EF4-FFF2-40B4-BE49-F238E27FC236}">
                <a16:creationId xmlns:a16="http://schemas.microsoft.com/office/drawing/2014/main" id="{32F5FAD6-063D-FA0B-9558-6B5AF2C67D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6EDED5E6-065A-CDCD-14E6-8D9F21B2C9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9C8623-CBA5-4B77-9992-46486FAFAE7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en-US" sz="1400"/>
          </a:p>
        </p:txBody>
      </p:sp>
      <p:sp>
        <p:nvSpPr>
          <p:cNvPr id="72709" name="TextBox 4">
            <a:extLst>
              <a:ext uri="{FF2B5EF4-FFF2-40B4-BE49-F238E27FC236}">
                <a16:creationId xmlns:a16="http://schemas.microsoft.com/office/drawing/2014/main" id="{062383B0-640B-8256-CE39-A92B3BE91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755650"/>
            <a:ext cx="772001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A catalyst is a substance which alters  the rate of a reaction without itself undergoing any permanent chemical change. 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US" altLang="en-US" sz="2400">
              <a:cs typeface="Arial" panose="020B060402020202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For example, MnO</a:t>
            </a:r>
            <a:r>
              <a:rPr lang="en-US" altLang="en-US" sz="2400" baseline="-25000">
                <a:cs typeface="Arial" panose="020B0604020202020204" pitchFamily="34" charset="0"/>
              </a:rPr>
              <a:t>2</a:t>
            </a:r>
            <a:r>
              <a:rPr lang="en-US" altLang="en-US" sz="2400">
                <a:cs typeface="Arial" panose="020B0604020202020204" pitchFamily="34" charset="0"/>
              </a:rPr>
              <a:t> catalyse the following reaction so as to increase its rate considerably.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B18CE0-922D-2BC5-BCCF-C8AC262A266A}"/>
              </a:ext>
            </a:extLst>
          </p:cNvPr>
          <p:cNvSpPr txBox="1"/>
          <p:nvPr/>
        </p:nvSpPr>
        <p:spPr>
          <a:xfrm>
            <a:off x="244475" y="136525"/>
            <a:ext cx="8655050" cy="6461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3600" dirty="0">
                <a:solidFill>
                  <a:srgbClr val="FFFF00"/>
                </a:solidFill>
              </a:rPr>
              <a:t>Effect  of catalyst on rate of reaction</a:t>
            </a:r>
            <a:endParaRPr lang="en-IN" sz="3600" dirty="0">
              <a:solidFill>
                <a:srgbClr val="FFFF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13DADC-0D86-004A-B8A3-627A8DC8C677}"/>
              </a:ext>
            </a:extLst>
          </p:cNvPr>
          <p:cNvSpPr/>
          <p:nvPr/>
        </p:nvSpPr>
        <p:spPr bwMode="auto">
          <a:xfrm>
            <a:off x="609600" y="3429000"/>
            <a:ext cx="8153400" cy="1322388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IN">
              <a:latin typeface="Arial" charset="0"/>
            </a:endParaRPr>
          </a:p>
        </p:txBody>
      </p:sp>
      <p:pic>
        <p:nvPicPr>
          <p:cNvPr id="72712" name="Picture 9">
            <a:extLst>
              <a:ext uri="{FF2B5EF4-FFF2-40B4-BE49-F238E27FC236}">
                <a16:creationId xmlns:a16="http://schemas.microsoft.com/office/drawing/2014/main" id="{2234EFA8-C9C0-4AB9-0E42-BDF3809F2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0" y="3600450"/>
            <a:ext cx="7059613" cy="95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Date Placeholder 1">
            <a:extLst>
              <a:ext uri="{FF2B5EF4-FFF2-40B4-BE49-F238E27FC236}">
                <a16:creationId xmlns:a16="http://schemas.microsoft.com/office/drawing/2014/main" id="{D7318287-9960-941D-47E8-D2227DF598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A95BDB-50FE-4E2B-85A3-CD756C19C219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73731" name="Footer Placeholder 2">
            <a:extLst>
              <a:ext uri="{FF2B5EF4-FFF2-40B4-BE49-F238E27FC236}">
                <a16:creationId xmlns:a16="http://schemas.microsoft.com/office/drawing/2014/main" id="{3B2DA074-F01F-80ED-4F3B-94D5ED432D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6AC98159-D62F-38A7-2CCB-9F35079EBB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6BA5FC-A6D7-4EAE-A9EC-75E865D8511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en-US" sz="1400"/>
          </a:p>
        </p:txBody>
      </p:sp>
      <p:sp>
        <p:nvSpPr>
          <p:cNvPr id="73734" name="TextBox 6">
            <a:extLst>
              <a:ext uri="{FF2B5EF4-FFF2-40B4-BE49-F238E27FC236}">
                <a16:creationId xmlns:a16="http://schemas.microsoft.com/office/drawing/2014/main" id="{CEC8B0FB-05D9-CA2D-E60E-9E30793A7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0663"/>
            <a:ext cx="8686800" cy="5238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defRPr/>
            </a:pPr>
            <a:r>
              <a:rPr lang="en-US" altLang="en-US" sz="2800" dirty="0">
                <a:solidFill>
                  <a:srgbClr val="FF0000"/>
                </a:solidFill>
                <a:cs typeface="Arial" panose="020B0604020202020204" pitchFamily="34" charset="0"/>
              </a:rPr>
              <a:t>Effect of Catalyst on Rate of reaction 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6E8B5659-89DC-DA3D-1D8B-7CF9EF317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17"/>
          <a:stretch>
            <a:fillRect/>
          </a:stretch>
        </p:blipFill>
        <p:spPr bwMode="auto">
          <a:xfrm>
            <a:off x="1447800" y="1109663"/>
            <a:ext cx="6705600" cy="346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D37F35-00EE-32AD-E19E-15101E1502E6}"/>
              </a:ext>
            </a:extLst>
          </p:cNvPr>
          <p:cNvSpPr/>
          <p:nvPr/>
        </p:nvSpPr>
        <p:spPr bwMode="auto">
          <a:xfrm>
            <a:off x="1143000" y="1314450"/>
            <a:ext cx="7467600" cy="419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IN">
              <a:latin typeface="Arial" charset="0"/>
            </a:endParaRPr>
          </a:p>
        </p:txBody>
      </p:sp>
      <p:pic>
        <p:nvPicPr>
          <p:cNvPr id="73736" name="Picture 8">
            <a:extLst>
              <a:ext uri="{FF2B5EF4-FFF2-40B4-BE49-F238E27FC236}">
                <a16:creationId xmlns:a16="http://schemas.microsoft.com/office/drawing/2014/main" id="{B3D9F294-9F4F-FE05-1338-C96A18C89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17"/>
          <a:stretch>
            <a:fillRect/>
          </a:stretch>
        </p:blipFill>
        <p:spPr bwMode="auto">
          <a:xfrm>
            <a:off x="1554163" y="1658938"/>
            <a:ext cx="6705600" cy="346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Date Placeholder 1">
            <a:extLst>
              <a:ext uri="{FF2B5EF4-FFF2-40B4-BE49-F238E27FC236}">
                <a16:creationId xmlns:a16="http://schemas.microsoft.com/office/drawing/2014/main" id="{B3B9307B-0556-CD23-881D-4D84180B6F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29DB86-5C20-4BFC-BCE5-6D330CC8CDD3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74755" name="Footer Placeholder 2">
            <a:extLst>
              <a:ext uri="{FF2B5EF4-FFF2-40B4-BE49-F238E27FC236}">
                <a16:creationId xmlns:a16="http://schemas.microsoft.com/office/drawing/2014/main" id="{419CAF39-709B-7924-C2E3-578EAA5A49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6A2833B4-08DF-4A4A-5826-1583AE6FC5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80A691-073B-4894-83B9-B49840BD103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en-US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AEC412-3E63-0FBA-0445-83906380635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90500"/>
            <a:ext cx="4038600" cy="457200"/>
          </a:xfrm>
          <a:prstGeom prst="rect">
            <a:avLst/>
          </a:prstGeom>
          <a:solidFill>
            <a:srgbClr val="FFCC99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b="1" dirty="0">
                <a:solidFill>
                  <a:srgbClr val="0000CC"/>
                </a:solidFill>
                <a:latin typeface="Verdana" pitchFamily="34" charset="0"/>
              </a:rPr>
              <a:t>Collision theory</a:t>
            </a:r>
          </a:p>
        </p:txBody>
      </p:sp>
      <p:sp>
        <p:nvSpPr>
          <p:cNvPr id="74758" name="TextBox 6">
            <a:extLst>
              <a:ext uri="{FF2B5EF4-FFF2-40B4-BE49-F238E27FC236}">
                <a16:creationId xmlns:a16="http://schemas.microsoft.com/office/drawing/2014/main" id="{267B3F02-8D10-AC96-3FDE-257C0ED47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725" y="3065463"/>
            <a:ext cx="4959350" cy="522287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cs typeface="Arial" panose="020B0604020202020204" pitchFamily="34" charset="0"/>
              </a:rPr>
              <a:t> </a:t>
            </a:r>
            <a:r>
              <a:rPr lang="en-US" altLang="en-US" sz="2800" b="1">
                <a:cs typeface="Arial" panose="020B0604020202020204" pitchFamily="34" charset="0"/>
              </a:rPr>
              <a:t> Rate =  Z</a:t>
            </a:r>
            <a:r>
              <a:rPr lang="en-US" altLang="en-US" sz="2800" b="1" baseline="-25000">
                <a:cs typeface="Arial" panose="020B0604020202020204" pitchFamily="34" charset="0"/>
              </a:rPr>
              <a:t>AB</a:t>
            </a:r>
            <a:r>
              <a:rPr lang="en-US" altLang="en-US" sz="2800" b="1">
                <a:cs typeface="Arial" panose="020B0604020202020204" pitchFamily="34" charset="0"/>
              </a:rPr>
              <a:t>e</a:t>
            </a:r>
            <a:r>
              <a:rPr lang="en-US" altLang="en-US" sz="2800" b="1" baseline="30000">
                <a:cs typeface="Arial" panose="020B0604020202020204" pitchFamily="34" charset="0"/>
              </a:rPr>
              <a:t>-Ea/RT</a:t>
            </a:r>
            <a:r>
              <a:rPr lang="en-US" altLang="en-US" sz="2800" b="1">
                <a:cs typeface="Arial" panose="020B0604020202020204" pitchFamily="34" charset="0"/>
              </a:rPr>
              <a:t>     </a:t>
            </a:r>
            <a:endParaRPr lang="en-IN" altLang="en-US" sz="2800"/>
          </a:p>
        </p:txBody>
      </p:sp>
      <p:sp>
        <p:nvSpPr>
          <p:cNvPr id="74759" name="TextBox 8">
            <a:extLst>
              <a:ext uri="{FF2B5EF4-FFF2-40B4-BE49-F238E27FC236}">
                <a16:creationId xmlns:a16="http://schemas.microsoft.com/office/drawing/2014/main" id="{4F92AAD0-BB50-35D5-95FB-751ABF072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1219200"/>
            <a:ext cx="6934200" cy="1846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The reactant molecules are assumed to be hard spheres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 Reaction occurs when molecules collide with each other.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74760" name="TextBox 10">
            <a:extLst>
              <a:ext uri="{FF2B5EF4-FFF2-40B4-BE49-F238E27FC236}">
                <a16:creationId xmlns:a16="http://schemas.microsoft.com/office/drawing/2014/main" id="{B41B727D-2E8F-1A20-3149-85D572389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475" y="3636963"/>
            <a:ext cx="6164263" cy="1901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cs typeface="Arial" panose="020B0604020202020204" pitchFamily="34" charset="0"/>
              </a:rPr>
              <a:t>Z</a:t>
            </a:r>
            <a:r>
              <a:rPr lang="en-US" altLang="en-US" sz="1800">
                <a:solidFill>
                  <a:srgbClr val="FF0000"/>
                </a:solidFill>
                <a:cs typeface="Arial" panose="020B0604020202020204" pitchFamily="34" charset="0"/>
              </a:rPr>
              <a:t> AB   </a:t>
            </a:r>
            <a:r>
              <a:rPr lang="en-US" altLang="en-US" sz="2000">
                <a:cs typeface="Arial" panose="020B0604020202020204" pitchFamily="34" charset="0"/>
              </a:rPr>
              <a:t>t</a:t>
            </a:r>
            <a:r>
              <a:rPr lang="en-US" altLang="en-US" sz="2000" b="1">
                <a:cs typeface="Arial" panose="020B0604020202020204" pitchFamily="34" charset="0"/>
              </a:rPr>
              <a:t>he number of collisions per second per unit volume of the reaction mixture</a:t>
            </a:r>
            <a:r>
              <a:rPr lang="en-US" altLang="en-US" sz="1800" b="1"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cs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r>
              <a:rPr lang="en-US" altLang="en-US" sz="2800" baseline="30000">
                <a:solidFill>
                  <a:srgbClr val="FF0000"/>
                </a:solidFill>
                <a:cs typeface="Arial" panose="020B0604020202020204" pitchFamily="34" charset="0"/>
              </a:rPr>
              <a:t>-</a:t>
            </a:r>
            <a:r>
              <a:rPr lang="en-US" altLang="en-US" sz="2800" i="1" baseline="3000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r>
              <a:rPr lang="en-US" altLang="en-US" sz="2800" baseline="30000">
                <a:solidFill>
                  <a:srgbClr val="FF0000"/>
                </a:solidFill>
                <a:cs typeface="Arial" panose="020B0604020202020204" pitchFamily="34" charset="0"/>
              </a:rPr>
              <a:t>a /</a:t>
            </a:r>
            <a:r>
              <a:rPr lang="en-US" altLang="en-US" sz="2800" i="1" baseline="30000">
                <a:solidFill>
                  <a:srgbClr val="FF0000"/>
                </a:solidFill>
                <a:cs typeface="Arial" panose="020B0604020202020204" pitchFamily="34" charset="0"/>
              </a:rPr>
              <a:t>RT</a:t>
            </a:r>
            <a:r>
              <a:rPr lang="en-US" altLang="en-US" sz="2800" b="1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400">
                <a:cs typeface="Arial" panose="020B0604020202020204" pitchFamily="34" charset="0"/>
              </a:rPr>
              <a:t>the fraction of molecules with energies equal to or greater than </a:t>
            </a:r>
            <a:r>
              <a:rPr lang="en-US" altLang="en-US" sz="2400" i="1">
                <a:cs typeface="Arial" panose="020B0604020202020204" pitchFamily="34" charset="0"/>
              </a:rPr>
              <a:t>E</a:t>
            </a:r>
            <a:r>
              <a:rPr lang="en-US" altLang="en-US" sz="2400">
                <a:cs typeface="Arial" panose="020B0604020202020204" pitchFamily="34" charset="0"/>
              </a:rPr>
              <a:t>a.  </a:t>
            </a:r>
            <a:r>
              <a:rPr lang="en-US" altLang="en-US" sz="2400" b="1">
                <a:cs typeface="Arial" panose="020B0604020202020204" pitchFamily="34" charset="0"/>
              </a:rPr>
              <a:t>                          </a:t>
            </a:r>
            <a:endParaRPr lang="en-US" altLang="en-US" sz="2400" b="1" baseline="300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Date Placeholder 1">
            <a:extLst>
              <a:ext uri="{FF2B5EF4-FFF2-40B4-BE49-F238E27FC236}">
                <a16:creationId xmlns:a16="http://schemas.microsoft.com/office/drawing/2014/main" id="{99C9D2FF-8BD9-863B-70CE-E439559B12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A5025F-89BA-4A54-92A1-5F2418E0AD5B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75779" name="Footer Placeholder 2">
            <a:extLst>
              <a:ext uri="{FF2B5EF4-FFF2-40B4-BE49-F238E27FC236}">
                <a16:creationId xmlns:a16="http://schemas.microsoft.com/office/drawing/2014/main" id="{32BE981F-9FAC-9CCE-2B7C-2DBFF2775D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45B07E39-FA44-D55D-FFA1-F564607247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13DB84-E798-4263-805A-955A17E3EDD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en-US" sz="1400"/>
          </a:p>
        </p:txBody>
      </p:sp>
      <p:sp>
        <p:nvSpPr>
          <p:cNvPr id="75781" name="Rectangle 4">
            <a:extLst>
              <a:ext uri="{FF2B5EF4-FFF2-40B4-BE49-F238E27FC236}">
                <a16:creationId xmlns:a16="http://schemas.microsoft.com/office/drawing/2014/main" id="{40AFD5FE-1BC2-33F4-F811-54493E87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896938"/>
            <a:ext cx="8050213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231F20"/>
                </a:solidFill>
                <a:cs typeface="Arial" panose="020B0604020202020204" pitchFamily="34" charset="0"/>
              </a:rPr>
              <a:t> </a:t>
            </a:r>
            <a:endParaRPr lang="en-US" altLang="en-US" sz="200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231F20"/>
                </a:solidFill>
                <a:cs typeface="Arial" panose="020B0604020202020204" pitchFamily="34" charset="0"/>
              </a:rPr>
              <a:t>    The proper orientation of reactant molecules lead to bond formation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231F20"/>
                </a:solidFill>
                <a:cs typeface="Arial" panose="020B0604020202020204" pitchFamily="34" charset="0"/>
              </a:rPr>
              <a:t>    Improper orientation makes them simply bounce back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231F20"/>
                </a:solidFill>
                <a:cs typeface="Arial" panose="020B0604020202020204" pitchFamily="34" charset="0"/>
              </a:rPr>
              <a:t>     and no products are formed. </a:t>
            </a:r>
            <a:endParaRPr lang="en-US" altLang="en-US" sz="2000">
              <a:solidFill>
                <a:srgbClr val="231F20"/>
              </a:solidFill>
              <a:latin typeface="Bookman-Light"/>
            </a:endParaRPr>
          </a:p>
        </p:txBody>
      </p:sp>
      <p:sp>
        <p:nvSpPr>
          <p:cNvPr id="75782" name="TextBox 2">
            <a:extLst>
              <a:ext uri="{FF2B5EF4-FFF2-40B4-BE49-F238E27FC236}">
                <a16:creationId xmlns:a16="http://schemas.microsoft.com/office/drawing/2014/main" id="{B1E1AE31-061E-16A8-B849-3BDD0FCA6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88913"/>
            <a:ext cx="8724900" cy="522287"/>
          </a:xfrm>
          <a:prstGeom prst="rect">
            <a:avLst/>
          </a:prstGeom>
          <a:solidFill>
            <a:srgbClr val="00FFFF"/>
          </a:solidFill>
          <a:ln w="9525">
            <a:solidFill>
              <a:srgbClr val="00FF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tx2"/>
                </a:solidFill>
              </a:rPr>
              <a:t>Collision theory continued</a:t>
            </a:r>
            <a:r>
              <a:rPr lang="en-US" altLang="en-US" sz="2800">
                <a:solidFill>
                  <a:srgbClr val="00FFFF"/>
                </a:solidFill>
              </a:rPr>
              <a:t>…..</a:t>
            </a:r>
            <a:endParaRPr lang="en-IN" altLang="en-US" sz="2800">
              <a:solidFill>
                <a:schemeClr val="tx2"/>
              </a:solidFill>
            </a:endParaRPr>
          </a:p>
        </p:txBody>
      </p:sp>
      <p:sp>
        <p:nvSpPr>
          <p:cNvPr id="75783" name="Rectangle 10">
            <a:extLst>
              <a:ext uri="{FF2B5EF4-FFF2-40B4-BE49-F238E27FC236}">
                <a16:creationId xmlns:a16="http://schemas.microsoft.com/office/drawing/2014/main" id="{64EE7DB5-C8DF-16D4-0161-E9AE67096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528888"/>
            <a:ext cx="7137400" cy="3124200"/>
          </a:xfrm>
          <a:prstGeom prst="rect">
            <a:avLst/>
          </a:prstGeom>
          <a:solidFill>
            <a:srgbClr val="00FFFF"/>
          </a:solidFill>
          <a:ln w="9525" algn="ctr">
            <a:solidFill>
              <a:srgbClr val="00FF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grpSp>
        <p:nvGrpSpPr>
          <p:cNvPr id="75784" name="Group 11">
            <a:extLst>
              <a:ext uri="{FF2B5EF4-FFF2-40B4-BE49-F238E27FC236}">
                <a16:creationId xmlns:a16="http://schemas.microsoft.com/office/drawing/2014/main" id="{BA81D48A-4FEF-4DA0-6F49-ED210101DBF5}"/>
              </a:ext>
            </a:extLst>
          </p:cNvPr>
          <p:cNvGrpSpPr>
            <a:grpSpLocks/>
          </p:cNvGrpSpPr>
          <p:nvPr/>
        </p:nvGrpSpPr>
        <p:grpSpPr bwMode="auto">
          <a:xfrm>
            <a:off x="1206500" y="2784475"/>
            <a:ext cx="6553200" cy="2614613"/>
            <a:chOff x="602113" y="3404371"/>
            <a:chExt cx="8088631" cy="2614704"/>
          </a:xfrm>
        </p:grpSpPr>
        <p:pic>
          <p:nvPicPr>
            <p:cNvPr id="75785" name="Picture 12">
              <a:extLst>
                <a:ext uri="{FF2B5EF4-FFF2-40B4-BE49-F238E27FC236}">
                  <a16:creationId xmlns:a16="http://schemas.microsoft.com/office/drawing/2014/main" id="{3A47AC66-2E81-C8A5-09F8-59BB55221D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975" y="3404371"/>
              <a:ext cx="7878769" cy="2321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786" name="Rectangle 13">
              <a:extLst>
                <a:ext uri="{FF2B5EF4-FFF2-40B4-BE49-F238E27FC236}">
                  <a16:creationId xmlns:a16="http://schemas.microsoft.com/office/drawing/2014/main" id="{965D1109-6EFD-914F-C3D1-F842542E5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113" y="5680551"/>
              <a:ext cx="7927291" cy="338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70C0"/>
                  </a:solidFill>
                  <a:cs typeface="Arial" panose="020B0604020202020204" pitchFamily="34" charset="0"/>
                </a:rPr>
                <a:t>Diagram showing molecules having proper and improper orientation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Box 2">
            <a:extLst>
              <a:ext uri="{FF2B5EF4-FFF2-40B4-BE49-F238E27FC236}">
                <a16:creationId xmlns:a16="http://schemas.microsoft.com/office/drawing/2014/main" id="{28D91E96-3EB7-0551-8D35-63D1962455B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4400" y="3810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6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B2CCC-B055-2831-7B4F-53C72024C984}"/>
              </a:ext>
            </a:extLst>
          </p:cNvPr>
          <p:cNvSpPr txBox="1"/>
          <p:nvPr/>
        </p:nvSpPr>
        <p:spPr>
          <a:xfrm>
            <a:off x="609600" y="1447800"/>
            <a:ext cx="4572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804" name="TextBox 4">
            <a:extLst>
              <a:ext uri="{FF2B5EF4-FFF2-40B4-BE49-F238E27FC236}">
                <a16:creationId xmlns:a16="http://schemas.microsoft.com/office/drawing/2014/main" id="{8284CAA0-C736-2899-E150-4A179193C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41588"/>
            <a:ext cx="5562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/>
              <a:t> </a:t>
            </a:r>
          </a:p>
        </p:txBody>
      </p:sp>
      <p:sp>
        <p:nvSpPr>
          <p:cNvPr id="76805" name="TextBox 5">
            <a:extLst>
              <a:ext uri="{FF2B5EF4-FFF2-40B4-BE49-F238E27FC236}">
                <a16:creationId xmlns:a16="http://schemas.microsoft.com/office/drawing/2014/main" id="{0A35CCAC-2701-7D39-B53A-76A9E4D98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 b="1">
                <a:solidFill>
                  <a:srgbClr val="FF0066"/>
                </a:solidFill>
              </a:rPr>
              <a:t> </a:t>
            </a:r>
          </a:p>
        </p:txBody>
      </p:sp>
      <p:sp>
        <p:nvSpPr>
          <p:cNvPr id="76807" name="Date Placeholder 1">
            <a:extLst>
              <a:ext uri="{FF2B5EF4-FFF2-40B4-BE49-F238E27FC236}">
                <a16:creationId xmlns:a16="http://schemas.microsoft.com/office/drawing/2014/main" id="{F5D73CC6-C14F-739A-3A58-F07A098C9A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C351AB-D52B-4890-BF83-4B2AF54647F5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76806" name="Footer Placeholder 8">
            <a:extLst>
              <a:ext uri="{FF2B5EF4-FFF2-40B4-BE49-F238E27FC236}">
                <a16:creationId xmlns:a16="http://schemas.microsoft.com/office/drawing/2014/main" id="{2E9C6301-1A88-65D9-E05A-6856663EB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76808" name="Slide Number Placeholder 2">
            <a:extLst>
              <a:ext uri="{FF2B5EF4-FFF2-40B4-BE49-F238E27FC236}">
                <a16:creationId xmlns:a16="http://schemas.microsoft.com/office/drawing/2014/main" id="{109408C8-14AB-C0B9-8997-17545AFA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2E31F4-E513-4F42-88B6-2F2F3D4532D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en-US" sz="1400"/>
          </a:p>
        </p:txBody>
      </p:sp>
      <p:pic>
        <p:nvPicPr>
          <p:cNvPr id="76809" name="Picture 2">
            <a:extLst>
              <a:ext uri="{FF2B5EF4-FFF2-40B4-BE49-F238E27FC236}">
                <a16:creationId xmlns:a16="http://schemas.microsoft.com/office/drawing/2014/main" id="{AFB0AEDA-EA47-3B32-FAD5-5A4FE25CB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08088"/>
            <a:ext cx="8458200" cy="444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Date Placeholder 1">
            <a:extLst>
              <a:ext uri="{FF2B5EF4-FFF2-40B4-BE49-F238E27FC236}">
                <a16:creationId xmlns:a16="http://schemas.microsoft.com/office/drawing/2014/main" id="{59DED3EB-1579-9D49-5B47-F5C0DD4455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42337E-72C6-4572-8A6D-7F2B9FEA0CE8}" type="datetime1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4/16/2026</a:t>
            </a:fld>
            <a:endParaRPr lang="en-US" altLang="en-US" sz="1400"/>
          </a:p>
        </p:txBody>
      </p:sp>
      <p:sp>
        <p:nvSpPr>
          <p:cNvPr id="77827" name="Footer Placeholder 2">
            <a:extLst>
              <a:ext uri="{FF2B5EF4-FFF2-40B4-BE49-F238E27FC236}">
                <a16:creationId xmlns:a16="http://schemas.microsoft.com/office/drawing/2014/main" id="{BCD78057-9010-961B-A32F-CC2E87673C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4E3627EE-397A-E676-95F7-5149936015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96A87B-EC68-4429-880F-0E40476C035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en-US" sz="1400"/>
          </a:p>
        </p:txBody>
      </p:sp>
      <p:sp>
        <p:nvSpPr>
          <p:cNvPr id="77829" name="TextBox 5">
            <a:extLst>
              <a:ext uri="{FF2B5EF4-FFF2-40B4-BE49-F238E27FC236}">
                <a16:creationId xmlns:a16="http://schemas.microsoft.com/office/drawing/2014/main" id="{A8EFFF9A-DA0C-3E2C-8363-F114ED963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8610600" cy="584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2400" dirty="0">
                <a:solidFill>
                  <a:srgbClr val="0070C0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>
                <a:cs typeface="Arial" panose="020B0604020202020204" pitchFamily="34" charset="0"/>
              </a:rPr>
              <a:t>Collision theory…</a:t>
            </a:r>
            <a:endParaRPr lang="en-IN" altLang="en-US" sz="3200" dirty="0"/>
          </a:p>
        </p:txBody>
      </p:sp>
      <p:sp>
        <p:nvSpPr>
          <p:cNvPr id="77830" name="TextBox 7">
            <a:extLst>
              <a:ext uri="{FF2B5EF4-FFF2-40B4-BE49-F238E27FC236}">
                <a16:creationId xmlns:a16="http://schemas.microsoft.com/office/drawing/2014/main" id="{941E41A2-25BD-54F5-8387-5C2BAB2DF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373188"/>
            <a:ext cx="59499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231F20"/>
                </a:solidFill>
                <a:cs typeface="Arial" panose="020B0604020202020204" pitchFamily="34" charset="0"/>
              </a:rPr>
              <a:t>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                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</a:rPr>
              <a:t> Rate = </a:t>
            </a:r>
            <a:r>
              <a:rPr lang="en-US" altLang="en-US" sz="2400" i="1">
                <a:solidFill>
                  <a:srgbClr val="002060"/>
                </a:solidFill>
                <a:cs typeface="Arial" panose="020B0604020202020204" pitchFamily="34" charset="0"/>
              </a:rPr>
              <a:t>P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</a:rPr>
              <a:t>Z</a:t>
            </a:r>
            <a:r>
              <a:rPr lang="en-US" altLang="en-US" sz="2400" baseline="-25000">
                <a:solidFill>
                  <a:srgbClr val="002060"/>
                </a:solidFill>
                <a:cs typeface="Arial" panose="020B0604020202020204" pitchFamily="34" charset="0"/>
              </a:rPr>
              <a:t>AB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</a:rPr>
              <a:t> e</a:t>
            </a:r>
            <a:r>
              <a:rPr lang="en-US" altLang="en-US" sz="2400" baseline="30000">
                <a:solidFill>
                  <a:srgbClr val="002060"/>
                </a:solidFill>
                <a:cs typeface="Arial" panose="020B0604020202020204" pitchFamily="34" charset="0"/>
              </a:rPr>
              <a:t>-</a:t>
            </a:r>
            <a:r>
              <a:rPr lang="en-US" altLang="en-US" sz="2400" i="1" baseline="30000">
                <a:solidFill>
                  <a:srgbClr val="002060"/>
                </a:solidFill>
                <a:cs typeface="Arial" panose="020B0604020202020204" pitchFamily="34" charset="0"/>
              </a:rPr>
              <a:t>Ea/RT</a:t>
            </a:r>
          </a:p>
        </p:txBody>
      </p:sp>
      <p:sp>
        <p:nvSpPr>
          <p:cNvPr id="77831" name="TextBox 9">
            <a:extLst>
              <a:ext uri="{FF2B5EF4-FFF2-40B4-BE49-F238E27FC236}">
                <a16:creationId xmlns:a16="http://schemas.microsoft.com/office/drawing/2014/main" id="{765C1AC5-F7D0-2595-1B43-8172BED52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082925"/>
            <a:ext cx="8001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231F20"/>
                </a:solidFill>
                <a:cs typeface="Arial" panose="020B0604020202020204" pitchFamily="34" charset="0"/>
              </a:rPr>
              <a:t>In collision theory activation energy and proper orientation of the molecules together determine the criteria for an effective collision and hence the rate of a chemical reaction.</a:t>
            </a:r>
            <a:endParaRPr lang="en-IN" altLang="en-US" sz="2400"/>
          </a:p>
        </p:txBody>
      </p:sp>
      <p:sp>
        <p:nvSpPr>
          <p:cNvPr id="77832" name="TextBox 1">
            <a:extLst>
              <a:ext uri="{FF2B5EF4-FFF2-40B4-BE49-F238E27FC236}">
                <a16:creationId xmlns:a16="http://schemas.microsoft.com/office/drawing/2014/main" id="{146B7049-06A5-452B-9975-E9509766E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43000"/>
            <a:ext cx="8534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By considering orientation factor</a:t>
            </a:r>
            <a:endParaRPr lang="en-IN" altLang="en-US" sz="2400"/>
          </a:p>
        </p:txBody>
      </p:sp>
      <p:sp>
        <p:nvSpPr>
          <p:cNvPr id="77833" name="TextBox 2">
            <a:extLst>
              <a:ext uri="{FF2B5EF4-FFF2-40B4-BE49-F238E27FC236}">
                <a16:creationId xmlns:a16="http://schemas.microsoft.com/office/drawing/2014/main" id="{58BDD701-764A-F0E9-5C70-7D8FDA935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438400"/>
            <a:ext cx="5181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P=steric factor or probability factor</a:t>
            </a:r>
            <a:endParaRPr lang="en-IN" alt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2234</TotalTime>
  <Words>2414</Words>
  <Application>Microsoft Office PowerPoint</Application>
  <PresentationFormat>On-screen Show (4:3)</PresentationFormat>
  <Paragraphs>549</Paragraphs>
  <Slides>71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1" baseType="lpstr">
      <vt:lpstr>Arial</vt:lpstr>
      <vt:lpstr>Times New Roman</vt:lpstr>
      <vt:lpstr>DengXian</vt:lpstr>
      <vt:lpstr>Mangal</vt:lpstr>
      <vt:lpstr>Calibri</vt:lpstr>
      <vt:lpstr>Wingdings</vt:lpstr>
      <vt:lpstr>Bookman-Light</vt:lpstr>
      <vt:lpstr>Book Antiqua</vt:lpstr>
      <vt:lpstr>Verdana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devyanigautam1371@outlook.com</cp:lastModifiedBy>
  <cp:revision>137</cp:revision>
  <dcterms:created xsi:type="dcterms:W3CDTF">2007-01-03T04:52:07Z</dcterms:created>
  <dcterms:modified xsi:type="dcterms:W3CDTF">2026-04-16T06:52:04Z</dcterms:modified>
</cp:coreProperties>
</file>
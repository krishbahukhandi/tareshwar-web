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BBE"/>
    <a:srgbClr val="1E9018"/>
    <a:srgbClr val="00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94607" autoAdjust="0"/>
  </p:normalViewPr>
  <p:slideViewPr>
    <p:cSldViewPr>
      <p:cViewPr varScale="1">
        <p:scale>
          <a:sx n="101" d="100"/>
          <a:sy n="101" d="100"/>
        </p:scale>
        <p:origin x="52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0AFD9-6AF4-4837-9E2A-CCFF3273D7DB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2E945-46E5-4F4C-81BF-19425C18129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572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90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70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11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6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43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7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4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83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6794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18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2773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886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54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11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567B8-595B-4BC7-B407-64F1DFF7A4AA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8D942BA-CFC1-4DD4-8647-C3CC3F265F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77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i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POWER SHARING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0"/>
            <a:ext cx="7162800" cy="4191000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In the modern world all countries follows democracy.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sprit of democracy lies in the power sharing by the people and different social groups.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Power sharing helps to reduce the possibility of conflict between social groups.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It is good way to ensure the stability of political order and unity of the nation.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077200" cy="9445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1E9018"/>
                </a:solidFill>
                <a:latin typeface="Times New Roman" pitchFamily="18" charset="0"/>
                <a:cs typeface="Times New Roman" pitchFamily="18" charset="0"/>
              </a:rPr>
              <a:t>POWER SHARING IN BELIGIUM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4906963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Geographical Position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Small country in Europe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Shares border with Netherlands, France and Germany.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Area and Population , Ethenic composition.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Consisted  two regions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1. Flemish region - 59% people speak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dutch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4419600" y="1066800"/>
            <a:ext cx="152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676400"/>
            <a:ext cx="7620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647700" y="18669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5400000">
            <a:off x="2781300" y="18669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5829300" y="18669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>
            <a:off x="8305800" y="18288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0" y="2286000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Ethenic 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286000"/>
            <a:ext cx="182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Geographical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3622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Area and Population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0" y="2209800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Wallonia region - 40%  people speak French.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3. 1% people in Belgium speaks Germany.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4. In the capital city Brussels.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a) 80% speaks French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b) 20% speaks Dutch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Majority in the country Dutch speaking. Economically poor condition.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Capital city – majority people French speaking.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French people relatively rich and powerful.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1E9018"/>
                </a:solidFill>
                <a:latin typeface="Times New Roman" pitchFamily="18" charset="0"/>
                <a:cs typeface="Times New Roman" pitchFamily="18" charset="0"/>
              </a:rPr>
              <a:t>ACCOMMODATION  IN  BELGIUM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1) Constitution prescribes that the number of Dutch and French speaking ministers shall be equal in the central government.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 single community can make decision ultimately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2)  State government are not subordinate central government.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Central government have given more powers to state government.</a:t>
            </a:r>
          </a:p>
          <a:p>
            <a:pPr marL="514350" indent="-514350">
              <a:buAutoNum type="arabicParenR" startAt="3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Brusseles has a separate government in which both communities have equal representation.</a:t>
            </a:r>
          </a:p>
          <a:p>
            <a:pPr marL="514350" indent="-51435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The French people accepted equal representation in Brusseles because the Dutch people accepted equal representation central government.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209800"/>
            <a:ext cx="4495800" cy="6858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1E9018"/>
                </a:solidFill>
                <a:latin typeface="Times New Roman" pitchFamily="18" charset="0"/>
                <a:cs typeface="Times New Roman" pitchFamily="18" charset="0"/>
              </a:rPr>
              <a:t>SRILANKA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1524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4) A third government is called community government elected by the Dutch, the French and German people in change of language, culture and educational issues.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14800" y="2819400"/>
            <a:ext cx="76199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762000" y="3276600"/>
            <a:ext cx="746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own Arrow 7"/>
          <p:cNvSpPr/>
          <p:nvPr/>
        </p:nvSpPr>
        <p:spPr>
          <a:xfrm>
            <a:off x="762000" y="3276600"/>
            <a:ext cx="45719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8229600" y="3276600"/>
            <a:ext cx="762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3429000" y="3276600"/>
            <a:ext cx="45719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5562600" y="3276600"/>
            <a:ext cx="45719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81000" y="3810000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Geographical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7000" y="3810000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373380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Ethnic Composition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3886200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Religion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95800"/>
            <a:ext cx="792480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Srilanka is an island nation in  the SouthAsia region. 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It has about two cores of population.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major my social groups are the Sinhalas (74%) and Tamil people 18%.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tamils are two sub groups 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1) The native tamils called srilankan tamils (13%)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2) The other tamils are Indian tamils who were plantation workers came from India during colonical time (6%)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Most of the Sinhala speaking people are Buddhist while the tamils are Hindus and Muslims.</a:t>
            </a:r>
          </a:p>
          <a:p>
            <a:pPr algn="ctr">
              <a:lnSpc>
                <a:spcPct val="150000"/>
              </a:lnSpc>
              <a:buNone/>
            </a:pPr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600" b="1" dirty="0">
                <a:solidFill>
                  <a:srgbClr val="242BBE"/>
                </a:solidFill>
                <a:latin typeface="Times New Roman" pitchFamily="18" charset="0"/>
                <a:cs typeface="Times New Roman" pitchFamily="18" charset="0"/>
              </a:rPr>
              <a:t>MAJORITARIANISM IN SRILANKA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Srilanka become independent country in 1948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In 1956 an act was passed to recognize Sinhala as the official language.</a:t>
            </a:r>
          </a:p>
          <a:p>
            <a:pPr algn="just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The majority community should dominate the adminstration and government and denided equal political rights for minority people. They were discriminated jobs and opportinuties.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This led to civic strife in Srilanka between Sinhalas and Tamils.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tamils demanded 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Equal opportinuties for jobs and education. 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Official language status for Tamil.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Reginal autonamy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srilankan Tamils started political parties and organisations in 1980 the demanded for a separate state in northern and eastern part of srilanka – Tamil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Eelam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As a result civil war broke out between srilankan government and LTTE.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>
                <a:solidFill>
                  <a:srgbClr val="1E9018"/>
                </a:solidFill>
                <a:latin typeface="Times New Roman" pitchFamily="18" charset="0"/>
                <a:cs typeface="Times New Roman" pitchFamily="18" charset="0"/>
              </a:rPr>
              <a:t>WHY POWER SHARING IS DESIRABLE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It helps to reduce the posibilites of conflict between social groups.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Power sharing ensures the stability of the political order.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Power sharing is very spirit of democracy.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legitimate government is one where citizens through participation, acquire a stake in the system.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Reasons for the power sharing 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Prudential reason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Moral reason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Prudential reason for power sharing</a:t>
            </a:r>
          </a:p>
          <a:p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reduces social conflicts among social groups </a:t>
            </a:r>
          </a:p>
          <a:p>
            <a:pPr algn="just"/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Social conflicts led to violence and in stability</a:t>
            </a:r>
          </a:p>
          <a:p>
            <a:pPr algn="just"/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Ensures the stability of political order and national unity</a:t>
            </a:r>
          </a:p>
          <a:p>
            <a:pPr>
              <a:buFont typeface="Wingdings" pitchFamily="2" charset="2"/>
              <a:buChar char="Ø"/>
            </a:pP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 Moral reason for power sharing</a:t>
            </a:r>
          </a:p>
          <a:p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It promotes the sprit and essence of democracy</a:t>
            </a:r>
          </a:p>
          <a:p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Democracy involves sharing power with those affected by its exercise and affects.</a:t>
            </a:r>
          </a:p>
          <a:p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People have the right to be consulted on how they are to be governed.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1E9018"/>
                </a:solidFill>
                <a:latin typeface="Times New Roman" pitchFamily="18" charset="0"/>
                <a:cs typeface="Times New Roman" pitchFamily="18" charset="0"/>
              </a:rPr>
              <a:t>FORMS OF POWER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Power sharing arrangements can take many forms .</a:t>
            </a:r>
          </a:p>
          <a:p>
            <a:pPr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1) Among different government organs or horizontal distribution.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Powers are distributed between the government organs such as the legislature, executive and judiciary.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Separation of powers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system of checks and balances.</a:t>
            </a:r>
          </a:p>
          <a:p>
            <a:pPr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2) among governments at different levels or vertical distribution.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Power distribution will be done between the central government and state government as per the constitution.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Federal government.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For example central powers or union power and concrete powers.</a:t>
            </a:r>
          </a:p>
          <a:p>
            <a:pPr algn="just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3) Among different social groups.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power distribution will be done on the bases of religious and linguistice groups.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For example community government in Beligum is a good example.</a:t>
            </a:r>
          </a:p>
          <a:p>
            <a:pPr algn="just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4) among political parties, pressure groups and movements.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Power sharing arrengments can also be seen in the way of political parties and pressure groups and movements.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For example coalition government, interest groups.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812</Words>
  <Application>Microsoft Office PowerPoint</Application>
  <PresentationFormat>On-screen Show (4:3)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 SHARING</vt:lpstr>
      <vt:lpstr>POWER SHARING IN BELIGIUM</vt:lpstr>
      <vt:lpstr>PowerPoint Presentation</vt:lpstr>
      <vt:lpstr>ACCOMMODATION  IN  BELGIUM</vt:lpstr>
      <vt:lpstr>SRILANKA</vt:lpstr>
      <vt:lpstr>PowerPoint Presentation</vt:lpstr>
      <vt:lpstr>PowerPoint Presentation</vt:lpstr>
      <vt:lpstr>WHY POWER SHARING IS DESIRABLE</vt:lpstr>
      <vt:lpstr>PowerPoint Presentation</vt:lpstr>
      <vt:lpstr>FORMS OF POWER SHARING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SHARING</dc:title>
  <dc:creator>admin</dc:creator>
  <cp:lastModifiedBy>devyanigautam1371@outlook.com</cp:lastModifiedBy>
  <cp:revision>22</cp:revision>
  <dcterms:created xsi:type="dcterms:W3CDTF">2020-06-29T13:54:34Z</dcterms:created>
  <dcterms:modified xsi:type="dcterms:W3CDTF">2026-04-16T06:08:18Z</dcterms:modified>
</cp:coreProperties>
</file>
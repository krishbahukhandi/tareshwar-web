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82" y="1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3F3F1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BEBEB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3F3F1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3F3F1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83463" y="0"/>
            <a:ext cx="11908790" cy="6858000"/>
          </a:xfrm>
          <a:custGeom>
            <a:avLst/>
            <a:gdLst/>
            <a:ahLst/>
            <a:cxnLst/>
            <a:rect l="l" t="t" r="r" b="b"/>
            <a:pathLst>
              <a:path w="11908790" h="6858000">
                <a:moveTo>
                  <a:pt x="0" y="6858000"/>
                </a:moveTo>
                <a:lnTo>
                  <a:pt x="11908536" y="6858000"/>
                </a:lnTo>
                <a:lnTo>
                  <a:pt x="1190853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1B4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557015" y="630936"/>
            <a:ext cx="5234940" cy="5229225"/>
          </a:xfrm>
          <a:custGeom>
            <a:avLst/>
            <a:gdLst/>
            <a:ahLst/>
            <a:cxnLst/>
            <a:rect l="l" t="t" r="r" b="b"/>
            <a:pathLst>
              <a:path w="5234940" h="5229225">
                <a:moveTo>
                  <a:pt x="2617470" y="0"/>
                </a:moveTo>
                <a:lnTo>
                  <a:pt x="2566670" y="4699"/>
                </a:lnTo>
                <a:lnTo>
                  <a:pt x="2517521" y="17399"/>
                </a:lnTo>
                <a:lnTo>
                  <a:pt x="2469896" y="36449"/>
                </a:lnTo>
                <a:lnTo>
                  <a:pt x="2420620" y="60325"/>
                </a:lnTo>
                <a:lnTo>
                  <a:pt x="2374646" y="87249"/>
                </a:lnTo>
                <a:lnTo>
                  <a:pt x="2327021" y="115824"/>
                </a:lnTo>
                <a:lnTo>
                  <a:pt x="2231771" y="166624"/>
                </a:lnTo>
                <a:lnTo>
                  <a:pt x="2184146" y="185674"/>
                </a:lnTo>
                <a:lnTo>
                  <a:pt x="2134870" y="198374"/>
                </a:lnTo>
                <a:lnTo>
                  <a:pt x="2085721" y="204724"/>
                </a:lnTo>
                <a:lnTo>
                  <a:pt x="2033397" y="204724"/>
                </a:lnTo>
                <a:lnTo>
                  <a:pt x="1979422" y="201549"/>
                </a:lnTo>
                <a:lnTo>
                  <a:pt x="1925447" y="195199"/>
                </a:lnTo>
                <a:lnTo>
                  <a:pt x="1871472" y="187325"/>
                </a:lnTo>
                <a:lnTo>
                  <a:pt x="1817497" y="180975"/>
                </a:lnTo>
                <a:lnTo>
                  <a:pt x="1763522" y="176149"/>
                </a:lnTo>
                <a:lnTo>
                  <a:pt x="1712722" y="177800"/>
                </a:lnTo>
                <a:lnTo>
                  <a:pt x="1663446" y="184150"/>
                </a:lnTo>
                <a:lnTo>
                  <a:pt x="1615821" y="198374"/>
                </a:lnTo>
                <a:lnTo>
                  <a:pt x="1576197" y="219075"/>
                </a:lnTo>
                <a:lnTo>
                  <a:pt x="1538097" y="245999"/>
                </a:lnTo>
                <a:lnTo>
                  <a:pt x="1504823" y="277749"/>
                </a:lnTo>
                <a:lnTo>
                  <a:pt x="1471422" y="314325"/>
                </a:lnTo>
                <a:lnTo>
                  <a:pt x="1441323" y="352425"/>
                </a:lnTo>
                <a:lnTo>
                  <a:pt x="1380998" y="431800"/>
                </a:lnTo>
                <a:lnTo>
                  <a:pt x="1350772" y="469900"/>
                </a:lnTo>
                <a:lnTo>
                  <a:pt x="1319022" y="506349"/>
                </a:lnTo>
                <a:lnTo>
                  <a:pt x="1282573" y="538099"/>
                </a:lnTo>
                <a:lnTo>
                  <a:pt x="1247648" y="566674"/>
                </a:lnTo>
                <a:lnTo>
                  <a:pt x="1207897" y="588899"/>
                </a:lnTo>
                <a:lnTo>
                  <a:pt x="1165098" y="607949"/>
                </a:lnTo>
                <a:lnTo>
                  <a:pt x="1118997" y="623824"/>
                </a:lnTo>
                <a:lnTo>
                  <a:pt x="1071372" y="638175"/>
                </a:lnTo>
                <a:lnTo>
                  <a:pt x="1023874" y="650875"/>
                </a:lnTo>
                <a:lnTo>
                  <a:pt x="974598" y="663575"/>
                </a:lnTo>
                <a:lnTo>
                  <a:pt x="928624" y="677799"/>
                </a:lnTo>
                <a:lnTo>
                  <a:pt x="882523" y="693674"/>
                </a:lnTo>
                <a:lnTo>
                  <a:pt x="839724" y="712724"/>
                </a:lnTo>
                <a:lnTo>
                  <a:pt x="801624" y="736600"/>
                </a:lnTo>
                <a:lnTo>
                  <a:pt x="766699" y="765175"/>
                </a:lnTo>
                <a:lnTo>
                  <a:pt x="738124" y="800100"/>
                </a:lnTo>
                <a:lnTo>
                  <a:pt x="714248" y="838200"/>
                </a:lnTo>
                <a:lnTo>
                  <a:pt x="695198" y="880999"/>
                </a:lnTo>
                <a:lnTo>
                  <a:pt x="679323" y="926973"/>
                </a:lnTo>
                <a:lnTo>
                  <a:pt x="665099" y="973074"/>
                </a:lnTo>
                <a:lnTo>
                  <a:pt x="652399" y="1022223"/>
                </a:lnTo>
                <a:lnTo>
                  <a:pt x="639699" y="1069848"/>
                </a:lnTo>
                <a:lnTo>
                  <a:pt x="625348" y="1117473"/>
                </a:lnTo>
                <a:lnTo>
                  <a:pt x="609473" y="1163574"/>
                </a:lnTo>
                <a:lnTo>
                  <a:pt x="590423" y="1206373"/>
                </a:lnTo>
                <a:lnTo>
                  <a:pt x="568198" y="1246124"/>
                </a:lnTo>
                <a:lnTo>
                  <a:pt x="539623" y="1281049"/>
                </a:lnTo>
                <a:lnTo>
                  <a:pt x="508000" y="1317498"/>
                </a:lnTo>
                <a:lnTo>
                  <a:pt x="471424" y="1349248"/>
                </a:lnTo>
                <a:lnTo>
                  <a:pt x="352425" y="1439799"/>
                </a:lnTo>
                <a:lnTo>
                  <a:pt x="314325" y="1469898"/>
                </a:lnTo>
                <a:lnTo>
                  <a:pt x="277749" y="1503299"/>
                </a:lnTo>
                <a:lnTo>
                  <a:pt x="245999" y="1536573"/>
                </a:lnTo>
                <a:lnTo>
                  <a:pt x="219075" y="1574673"/>
                </a:lnTo>
                <a:lnTo>
                  <a:pt x="198374" y="1614424"/>
                </a:lnTo>
                <a:lnTo>
                  <a:pt x="184150" y="1662049"/>
                </a:lnTo>
                <a:lnTo>
                  <a:pt x="177800" y="1711198"/>
                </a:lnTo>
                <a:lnTo>
                  <a:pt x="176149" y="1761998"/>
                </a:lnTo>
                <a:lnTo>
                  <a:pt x="180975" y="1815973"/>
                </a:lnTo>
                <a:lnTo>
                  <a:pt x="187325" y="1869948"/>
                </a:lnTo>
                <a:lnTo>
                  <a:pt x="195199" y="1923923"/>
                </a:lnTo>
                <a:lnTo>
                  <a:pt x="201549" y="1977898"/>
                </a:lnTo>
                <a:lnTo>
                  <a:pt x="204724" y="2031873"/>
                </a:lnTo>
                <a:lnTo>
                  <a:pt x="204724" y="2084197"/>
                </a:lnTo>
                <a:lnTo>
                  <a:pt x="198374" y="2133473"/>
                </a:lnTo>
                <a:lnTo>
                  <a:pt x="185674" y="2182622"/>
                </a:lnTo>
                <a:lnTo>
                  <a:pt x="166624" y="2228723"/>
                </a:lnTo>
                <a:lnTo>
                  <a:pt x="142875" y="2276348"/>
                </a:lnTo>
                <a:lnTo>
                  <a:pt x="115824" y="2323973"/>
                </a:lnTo>
                <a:lnTo>
                  <a:pt x="87249" y="2371598"/>
                </a:lnTo>
                <a:lnTo>
                  <a:pt x="60325" y="2417572"/>
                </a:lnTo>
                <a:lnTo>
                  <a:pt x="36449" y="2466848"/>
                </a:lnTo>
                <a:lnTo>
                  <a:pt x="17399" y="2514473"/>
                </a:lnTo>
                <a:lnTo>
                  <a:pt x="4699" y="2563622"/>
                </a:lnTo>
                <a:lnTo>
                  <a:pt x="0" y="2614422"/>
                </a:lnTo>
                <a:lnTo>
                  <a:pt x="4699" y="2665222"/>
                </a:lnTo>
                <a:lnTo>
                  <a:pt x="17399" y="2714371"/>
                </a:lnTo>
                <a:lnTo>
                  <a:pt x="36449" y="2761996"/>
                </a:lnTo>
                <a:lnTo>
                  <a:pt x="60325" y="2811272"/>
                </a:lnTo>
                <a:lnTo>
                  <a:pt x="87249" y="2857246"/>
                </a:lnTo>
                <a:lnTo>
                  <a:pt x="115824" y="2904871"/>
                </a:lnTo>
                <a:lnTo>
                  <a:pt x="142875" y="2952496"/>
                </a:lnTo>
                <a:lnTo>
                  <a:pt x="166624" y="3000121"/>
                </a:lnTo>
                <a:lnTo>
                  <a:pt x="185674" y="3046222"/>
                </a:lnTo>
                <a:lnTo>
                  <a:pt x="198374" y="3095371"/>
                </a:lnTo>
                <a:lnTo>
                  <a:pt x="204724" y="3144647"/>
                </a:lnTo>
                <a:lnTo>
                  <a:pt x="204724" y="3196971"/>
                </a:lnTo>
                <a:lnTo>
                  <a:pt x="201549" y="3250946"/>
                </a:lnTo>
                <a:lnTo>
                  <a:pt x="195199" y="3304921"/>
                </a:lnTo>
                <a:lnTo>
                  <a:pt x="187325" y="3358896"/>
                </a:lnTo>
                <a:lnTo>
                  <a:pt x="180975" y="3412871"/>
                </a:lnTo>
                <a:lnTo>
                  <a:pt x="176149" y="3466846"/>
                </a:lnTo>
                <a:lnTo>
                  <a:pt x="177800" y="3517646"/>
                </a:lnTo>
                <a:lnTo>
                  <a:pt x="184150" y="3566795"/>
                </a:lnTo>
                <a:lnTo>
                  <a:pt x="198374" y="3614420"/>
                </a:lnTo>
                <a:lnTo>
                  <a:pt x="219075" y="3654171"/>
                </a:lnTo>
                <a:lnTo>
                  <a:pt x="245999" y="3692271"/>
                </a:lnTo>
                <a:lnTo>
                  <a:pt x="277749" y="3725545"/>
                </a:lnTo>
                <a:lnTo>
                  <a:pt x="314325" y="3758946"/>
                </a:lnTo>
                <a:lnTo>
                  <a:pt x="352425" y="3789045"/>
                </a:lnTo>
                <a:lnTo>
                  <a:pt x="471424" y="3879596"/>
                </a:lnTo>
                <a:lnTo>
                  <a:pt x="508000" y="3911346"/>
                </a:lnTo>
                <a:lnTo>
                  <a:pt x="539623" y="3947795"/>
                </a:lnTo>
                <a:lnTo>
                  <a:pt x="568198" y="3982720"/>
                </a:lnTo>
                <a:lnTo>
                  <a:pt x="590423" y="4022471"/>
                </a:lnTo>
                <a:lnTo>
                  <a:pt x="609473" y="4065270"/>
                </a:lnTo>
                <a:lnTo>
                  <a:pt x="625348" y="4111371"/>
                </a:lnTo>
                <a:lnTo>
                  <a:pt x="639699" y="4158996"/>
                </a:lnTo>
                <a:lnTo>
                  <a:pt x="652399" y="4206621"/>
                </a:lnTo>
                <a:lnTo>
                  <a:pt x="665099" y="4255770"/>
                </a:lnTo>
                <a:lnTo>
                  <a:pt x="679323" y="4301871"/>
                </a:lnTo>
                <a:lnTo>
                  <a:pt x="695198" y="4347845"/>
                </a:lnTo>
                <a:lnTo>
                  <a:pt x="714248" y="4390644"/>
                </a:lnTo>
                <a:lnTo>
                  <a:pt x="738124" y="4428744"/>
                </a:lnTo>
                <a:lnTo>
                  <a:pt x="766699" y="4463669"/>
                </a:lnTo>
                <a:lnTo>
                  <a:pt x="801624" y="4492244"/>
                </a:lnTo>
                <a:lnTo>
                  <a:pt x="839724" y="4516120"/>
                </a:lnTo>
                <a:lnTo>
                  <a:pt x="882523" y="4535170"/>
                </a:lnTo>
                <a:lnTo>
                  <a:pt x="928624" y="4551045"/>
                </a:lnTo>
                <a:lnTo>
                  <a:pt x="974598" y="4565269"/>
                </a:lnTo>
                <a:lnTo>
                  <a:pt x="1023874" y="4577969"/>
                </a:lnTo>
                <a:lnTo>
                  <a:pt x="1071372" y="4590669"/>
                </a:lnTo>
                <a:lnTo>
                  <a:pt x="1118997" y="4605020"/>
                </a:lnTo>
                <a:lnTo>
                  <a:pt x="1165098" y="4620895"/>
                </a:lnTo>
                <a:lnTo>
                  <a:pt x="1207897" y="4639945"/>
                </a:lnTo>
                <a:lnTo>
                  <a:pt x="1247648" y="4662170"/>
                </a:lnTo>
                <a:lnTo>
                  <a:pt x="1282573" y="4690745"/>
                </a:lnTo>
                <a:lnTo>
                  <a:pt x="1319022" y="4722495"/>
                </a:lnTo>
                <a:lnTo>
                  <a:pt x="1350772" y="4758944"/>
                </a:lnTo>
                <a:lnTo>
                  <a:pt x="1380998" y="4797044"/>
                </a:lnTo>
                <a:lnTo>
                  <a:pt x="1441323" y="4876419"/>
                </a:lnTo>
                <a:lnTo>
                  <a:pt x="1471422" y="4914519"/>
                </a:lnTo>
                <a:lnTo>
                  <a:pt x="1504823" y="4951095"/>
                </a:lnTo>
                <a:lnTo>
                  <a:pt x="1538097" y="4982794"/>
                </a:lnTo>
                <a:lnTo>
                  <a:pt x="1576197" y="5009781"/>
                </a:lnTo>
                <a:lnTo>
                  <a:pt x="1615821" y="5030419"/>
                </a:lnTo>
                <a:lnTo>
                  <a:pt x="1663446" y="5044706"/>
                </a:lnTo>
                <a:lnTo>
                  <a:pt x="1712722" y="5051056"/>
                </a:lnTo>
                <a:lnTo>
                  <a:pt x="1763522" y="5052644"/>
                </a:lnTo>
                <a:lnTo>
                  <a:pt x="1817497" y="5047881"/>
                </a:lnTo>
                <a:lnTo>
                  <a:pt x="1871472" y="5041531"/>
                </a:lnTo>
                <a:lnTo>
                  <a:pt x="1925447" y="5033594"/>
                </a:lnTo>
                <a:lnTo>
                  <a:pt x="1979422" y="5027244"/>
                </a:lnTo>
                <a:lnTo>
                  <a:pt x="2033397" y="5024069"/>
                </a:lnTo>
                <a:lnTo>
                  <a:pt x="2085721" y="5024069"/>
                </a:lnTo>
                <a:lnTo>
                  <a:pt x="2134870" y="5030419"/>
                </a:lnTo>
                <a:lnTo>
                  <a:pt x="2184146" y="5043119"/>
                </a:lnTo>
                <a:lnTo>
                  <a:pt x="2231771" y="5062169"/>
                </a:lnTo>
                <a:lnTo>
                  <a:pt x="2327021" y="5112969"/>
                </a:lnTo>
                <a:lnTo>
                  <a:pt x="2374646" y="5141531"/>
                </a:lnTo>
                <a:lnTo>
                  <a:pt x="2420620" y="5168519"/>
                </a:lnTo>
                <a:lnTo>
                  <a:pt x="2469896" y="5192331"/>
                </a:lnTo>
                <a:lnTo>
                  <a:pt x="2517521" y="5211381"/>
                </a:lnTo>
                <a:lnTo>
                  <a:pt x="2566670" y="5224081"/>
                </a:lnTo>
                <a:lnTo>
                  <a:pt x="2617470" y="5228844"/>
                </a:lnTo>
                <a:lnTo>
                  <a:pt x="2668270" y="5224081"/>
                </a:lnTo>
                <a:lnTo>
                  <a:pt x="2717419" y="5211381"/>
                </a:lnTo>
                <a:lnTo>
                  <a:pt x="2765044" y="5192331"/>
                </a:lnTo>
                <a:lnTo>
                  <a:pt x="2814320" y="5168519"/>
                </a:lnTo>
                <a:lnTo>
                  <a:pt x="2860294" y="5141531"/>
                </a:lnTo>
                <a:lnTo>
                  <a:pt x="2907919" y="5112969"/>
                </a:lnTo>
                <a:lnTo>
                  <a:pt x="3003168" y="5062169"/>
                </a:lnTo>
                <a:lnTo>
                  <a:pt x="3049269" y="5043119"/>
                </a:lnTo>
                <a:lnTo>
                  <a:pt x="3100069" y="5030419"/>
                </a:lnTo>
                <a:lnTo>
                  <a:pt x="3149218" y="5024069"/>
                </a:lnTo>
                <a:lnTo>
                  <a:pt x="3201542" y="5024069"/>
                </a:lnTo>
                <a:lnTo>
                  <a:pt x="3255517" y="5027244"/>
                </a:lnTo>
                <a:lnTo>
                  <a:pt x="3309492" y="5033594"/>
                </a:lnTo>
                <a:lnTo>
                  <a:pt x="3363467" y="5041531"/>
                </a:lnTo>
                <a:lnTo>
                  <a:pt x="3417442" y="5047881"/>
                </a:lnTo>
                <a:lnTo>
                  <a:pt x="3471417" y="5052644"/>
                </a:lnTo>
                <a:lnTo>
                  <a:pt x="3522217" y="5051056"/>
                </a:lnTo>
                <a:lnTo>
                  <a:pt x="3571493" y="5044706"/>
                </a:lnTo>
                <a:lnTo>
                  <a:pt x="3619118" y="5030419"/>
                </a:lnTo>
                <a:lnTo>
                  <a:pt x="3658742" y="5009781"/>
                </a:lnTo>
                <a:lnTo>
                  <a:pt x="3696842" y="4982794"/>
                </a:lnTo>
                <a:lnTo>
                  <a:pt x="3730116" y="4951095"/>
                </a:lnTo>
                <a:lnTo>
                  <a:pt x="3763517" y="4914519"/>
                </a:lnTo>
                <a:lnTo>
                  <a:pt x="3793616" y="4876419"/>
                </a:lnTo>
                <a:lnTo>
                  <a:pt x="3853941" y="4797044"/>
                </a:lnTo>
                <a:lnTo>
                  <a:pt x="3884167" y="4758944"/>
                </a:lnTo>
                <a:lnTo>
                  <a:pt x="3915917" y="4722495"/>
                </a:lnTo>
                <a:lnTo>
                  <a:pt x="3952366" y="4690745"/>
                </a:lnTo>
                <a:lnTo>
                  <a:pt x="3987291" y="4662170"/>
                </a:lnTo>
                <a:lnTo>
                  <a:pt x="4027042" y="4639945"/>
                </a:lnTo>
                <a:lnTo>
                  <a:pt x="4069841" y="4620895"/>
                </a:lnTo>
                <a:lnTo>
                  <a:pt x="4115942" y="4605020"/>
                </a:lnTo>
                <a:lnTo>
                  <a:pt x="4163567" y="4590669"/>
                </a:lnTo>
                <a:lnTo>
                  <a:pt x="4211066" y="4577969"/>
                </a:lnTo>
                <a:lnTo>
                  <a:pt x="4260342" y="4565269"/>
                </a:lnTo>
                <a:lnTo>
                  <a:pt x="4306316" y="4551045"/>
                </a:lnTo>
                <a:lnTo>
                  <a:pt x="4352417" y="4535170"/>
                </a:lnTo>
                <a:lnTo>
                  <a:pt x="4395216" y="4516120"/>
                </a:lnTo>
                <a:lnTo>
                  <a:pt x="4433316" y="4492244"/>
                </a:lnTo>
                <a:lnTo>
                  <a:pt x="4468241" y="4463669"/>
                </a:lnTo>
                <a:lnTo>
                  <a:pt x="4496816" y="4428744"/>
                </a:lnTo>
                <a:lnTo>
                  <a:pt x="4520692" y="4390644"/>
                </a:lnTo>
                <a:lnTo>
                  <a:pt x="4539742" y="4347845"/>
                </a:lnTo>
                <a:lnTo>
                  <a:pt x="4555617" y="4301871"/>
                </a:lnTo>
                <a:lnTo>
                  <a:pt x="4569841" y="4255770"/>
                </a:lnTo>
                <a:lnTo>
                  <a:pt x="4582541" y="4206621"/>
                </a:lnTo>
                <a:lnTo>
                  <a:pt x="4595241" y="4158996"/>
                </a:lnTo>
                <a:lnTo>
                  <a:pt x="4609592" y="4111371"/>
                </a:lnTo>
                <a:lnTo>
                  <a:pt x="4625467" y="4065270"/>
                </a:lnTo>
                <a:lnTo>
                  <a:pt x="4644517" y="4022471"/>
                </a:lnTo>
                <a:lnTo>
                  <a:pt x="4666742" y="3982720"/>
                </a:lnTo>
                <a:lnTo>
                  <a:pt x="4695317" y="3947795"/>
                </a:lnTo>
                <a:lnTo>
                  <a:pt x="4726940" y="3911346"/>
                </a:lnTo>
                <a:lnTo>
                  <a:pt x="4763516" y="3879596"/>
                </a:lnTo>
                <a:lnTo>
                  <a:pt x="4801616" y="3849370"/>
                </a:lnTo>
                <a:lnTo>
                  <a:pt x="4842891" y="3819271"/>
                </a:lnTo>
                <a:lnTo>
                  <a:pt x="4882515" y="3789045"/>
                </a:lnTo>
                <a:lnTo>
                  <a:pt x="4920615" y="3758946"/>
                </a:lnTo>
                <a:lnTo>
                  <a:pt x="4957191" y="3725545"/>
                </a:lnTo>
                <a:lnTo>
                  <a:pt x="4988941" y="3692271"/>
                </a:lnTo>
                <a:lnTo>
                  <a:pt x="5015865" y="3654171"/>
                </a:lnTo>
                <a:lnTo>
                  <a:pt x="5036566" y="3614420"/>
                </a:lnTo>
                <a:lnTo>
                  <a:pt x="5050790" y="3566795"/>
                </a:lnTo>
                <a:lnTo>
                  <a:pt x="5057140" y="3517646"/>
                </a:lnTo>
                <a:lnTo>
                  <a:pt x="5058791" y="3466846"/>
                </a:lnTo>
                <a:lnTo>
                  <a:pt x="5053965" y="3412871"/>
                </a:lnTo>
                <a:lnTo>
                  <a:pt x="5047615" y="3358896"/>
                </a:lnTo>
                <a:lnTo>
                  <a:pt x="5039741" y="3304921"/>
                </a:lnTo>
                <a:lnTo>
                  <a:pt x="5033391" y="3250946"/>
                </a:lnTo>
                <a:lnTo>
                  <a:pt x="5030216" y="3196971"/>
                </a:lnTo>
                <a:lnTo>
                  <a:pt x="5030216" y="3144647"/>
                </a:lnTo>
                <a:lnTo>
                  <a:pt x="5036566" y="3095371"/>
                </a:lnTo>
                <a:lnTo>
                  <a:pt x="5049266" y="3046222"/>
                </a:lnTo>
                <a:lnTo>
                  <a:pt x="5068316" y="3000121"/>
                </a:lnTo>
                <a:lnTo>
                  <a:pt x="5119116" y="2904871"/>
                </a:lnTo>
                <a:lnTo>
                  <a:pt x="5147691" y="2857246"/>
                </a:lnTo>
                <a:lnTo>
                  <a:pt x="5174615" y="2811272"/>
                </a:lnTo>
                <a:lnTo>
                  <a:pt x="5198491" y="2761996"/>
                </a:lnTo>
                <a:lnTo>
                  <a:pt x="5217541" y="2714371"/>
                </a:lnTo>
                <a:lnTo>
                  <a:pt x="5230241" y="2665222"/>
                </a:lnTo>
                <a:lnTo>
                  <a:pt x="5234940" y="2614422"/>
                </a:lnTo>
                <a:lnTo>
                  <a:pt x="5230241" y="2563622"/>
                </a:lnTo>
                <a:lnTo>
                  <a:pt x="5217541" y="2514473"/>
                </a:lnTo>
                <a:lnTo>
                  <a:pt x="5198491" y="2466848"/>
                </a:lnTo>
                <a:lnTo>
                  <a:pt x="5174615" y="2417572"/>
                </a:lnTo>
                <a:lnTo>
                  <a:pt x="5147691" y="2371598"/>
                </a:lnTo>
                <a:lnTo>
                  <a:pt x="5119116" y="2323973"/>
                </a:lnTo>
                <a:lnTo>
                  <a:pt x="5068316" y="2228723"/>
                </a:lnTo>
                <a:lnTo>
                  <a:pt x="5049266" y="2182622"/>
                </a:lnTo>
                <a:lnTo>
                  <a:pt x="5036566" y="2133473"/>
                </a:lnTo>
                <a:lnTo>
                  <a:pt x="5030216" y="2084197"/>
                </a:lnTo>
                <a:lnTo>
                  <a:pt x="5030216" y="2031873"/>
                </a:lnTo>
                <a:lnTo>
                  <a:pt x="5033391" y="1977898"/>
                </a:lnTo>
                <a:lnTo>
                  <a:pt x="5039741" y="1923923"/>
                </a:lnTo>
                <a:lnTo>
                  <a:pt x="5047615" y="1869948"/>
                </a:lnTo>
                <a:lnTo>
                  <a:pt x="5053965" y="1815973"/>
                </a:lnTo>
                <a:lnTo>
                  <a:pt x="5058791" y="1761998"/>
                </a:lnTo>
                <a:lnTo>
                  <a:pt x="5057140" y="1711198"/>
                </a:lnTo>
                <a:lnTo>
                  <a:pt x="5050790" y="1662049"/>
                </a:lnTo>
                <a:lnTo>
                  <a:pt x="5036566" y="1614424"/>
                </a:lnTo>
                <a:lnTo>
                  <a:pt x="5015865" y="1574673"/>
                </a:lnTo>
                <a:lnTo>
                  <a:pt x="4988941" y="1536573"/>
                </a:lnTo>
                <a:lnTo>
                  <a:pt x="4957191" y="1503299"/>
                </a:lnTo>
                <a:lnTo>
                  <a:pt x="4920615" y="1469898"/>
                </a:lnTo>
                <a:lnTo>
                  <a:pt x="4882515" y="1439799"/>
                </a:lnTo>
                <a:lnTo>
                  <a:pt x="4842891" y="1409573"/>
                </a:lnTo>
                <a:lnTo>
                  <a:pt x="4801616" y="1379474"/>
                </a:lnTo>
                <a:lnTo>
                  <a:pt x="4763516" y="1349248"/>
                </a:lnTo>
                <a:lnTo>
                  <a:pt x="4726940" y="1317498"/>
                </a:lnTo>
                <a:lnTo>
                  <a:pt x="4695317" y="1281049"/>
                </a:lnTo>
                <a:lnTo>
                  <a:pt x="4666742" y="1246124"/>
                </a:lnTo>
                <a:lnTo>
                  <a:pt x="4644517" y="1206373"/>
                </a:lnTo>
                <a:lnTo>
                  <a:pt x="4625467" y="1163574"/>
                </a:lnTo>
                <a:lnTo>
                  <a:pt x="4609592" y="1117473"/>
                </a:lnTo>
                <a:lnTo>
                  <a:pt x="4595241" y="1069848"/>
                </a:lnTo>
                <a:lnTo>
                  <a:pt x="4582541" y="1022223"/>
                </a:lnTo>
                <a:lnTo>
                  <a:pt x="4569841" y="973074"/>
                </a:lnTo>
                <a:lnTo>
                  <a:pt x="4555617" y="926973"/>
                </a:lnTo>
                <a:lnTo>
                  <a:pt x="4539742" y="880999"/>
                </a:lnTo>
                <a:lnTo>
                  <a:pt x="4520692" y="838200"/>
                </a:lnTo>
                <a:lnTo>
                  <a:pt x="4496816" y="800100"/>
                </a:lnTo>
                <a:lnTo>
                  <a:pt x="4468241" y="765175"/>
                </a:lnTo>
                <a:lnTo>
                  <a:pt x="4433316" y="736600"/>
                </a:lnTo>
                <a:lnTo>
                  <a:pt x="4395216" y="712724"/>
                </a:lnTo>
                <a:lnTo>
                  <a:pt x="4352417" y="693674"/>
                </a:lnTo>
                <a:lnTo>
                  <a:pt x="4306316" y="677799"/>
                </a:lnTo>
                <a:lnTo>
                  <a:pt x="4260342" y="663575"/>
                </a:lnTo>
                <a:lnTo>
                  <a:pt x="4211066" y="650875"/>
                </a:lnTo>
                <a:lnTo>
                  <a:pt x="4163567" y="638175"/>
                </a:lnTo>
                <a:lnTo>
                  <a:pt x="4115942" y="623824"/>
                </a:lnTo>
                <a:lnTo>
                  <a:pt x="4069841" y="607949"/>
                </a:lnTo>
                <a:lnTo>
                  <a:pt x="4027042" y="588899"/>
                </a:lnTo>
                <a:lnTo>
                  <a:pt x="3987291" y="566674"/>
                </a:lnTo>
                <a:lnTo>
                  <a:pt x="3952366" y="538099"/>
                </a:lnTo>
                <a:lnTo>
                  <a:pt x="3915917" y="506349"/>
                </a:lnTo>
                <a:lnTo>
                  <a:pt x="3884167" y="469900"/>
                </a:lnTo>
                <a:lnTo>
                  <a:pt x="3853941" y="431800"/>
                </a:lnTo>
                <a:lnTo>
                  <a:pt x="3793616" y="352425"/>
                </a:lnTo>
                <a:lnTo>
                  <a:pt x="3763517" y="314325"/>
                </a:lnTo>
                <a:lnTo>
                  <a:pt x="3730116" y="277749"/>
                </a:lnTo>
                <a:lnTo>
                  <a:pt x="3696842" y="245999"/>
                </a:lnTo>
                <a:lnTo>
                  <a:pt x="3658742" y="219075"/>
                </a:lnTo>
                <a:lnTo>
                  <a:pt x="3619118" y="198374"/>
                </a:lnTo>
                <a:lnTo>
                  <a:pt x="3571493" y="184150"/>
                </a:lnTo>
                <a:lnTo>
                  <a:pt x="3522217" y="177800"/>
                </a:lnTo>
                <a:lnTo>
                  <a:pt x="3471417" y="176149"/>
                </a:lnTo>
                <a:lnTo>
                  <a:pt x="3417442" y="180975"/>
                </a:lnTo>
                <a:lnTo>
                  <a:pt x="3363467" y="187325"/>
                </a:lnTo>
                <a:lnTo>
                  <a:pt x="3309492" y="195199"/>
                </a:lnTo>
                <a:lnTo>
                  <a:pt x="3255517" y="201549"/>
                </a:lnTo>
                <a:lnTo>
                  <a:pt x="3201542" y="204724"/>
                </a:lnTo>
                <a:lnTo>
                  <a:pt x="3149218" y="204724"/>
                </a:lnTo>
                <a:lnTo>
                  <a:pt x="3100069" y="198374"/>
                </a:lnTo>
                <a:lnTo>
                  <a:pt x="3049269" y="185674"/>
                </a:lnTo>
                <a:lnTo>
                  <a:pt x="3003168" y="166624"/>
                </a:lnTo>
                <a:lnTo>
                  <a:pt x="2907919" y="115824"/>
                </a:lnTo>
                <a:lnTo>
                  <a:pt x="2860294" y="87249"/>
                </a:lnTo>
                <a:lnTo>
                  <a:pt x="2814320" y="60325"/>
                </a:lnTo>
                <a:lnTo>
                  <a:pt x="2765044" y="36449"/>
                </a:lnTo>
                <a:lnTo>
                  <a:pt x="2717419" y="17399"/>
                </a:lnTo>
                <a:lnTo>
                  <a:pt x="2668270" y="4699"/>
                </a:lnTo>
                <a:lnTo>
                  <a:pt x="2617470" y="0"/>
                </a:lnTo>
                <a:close/>
              </a:path>
            </a:pathLst>
          </a:custGeom>
          <a:solidFill>
            <a:srgbClr val="F3F3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0A0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906011" y="1464563"/>
            <a:ext cx="4379976" cy="42915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908790" cy="6858000"/>
          </a:xfrm>
          <a:custGeom>
            <a:avLst/>
            <a:gdLst/>
            <a:ahLst/>
            <a:cxnLst/>
            <a:rect l="l" t="t" r="r" b="b"/>
            <a:pathLst>
              <a:path w="11908790" h="6858000">
                <a:moveTo>
                  <a:pt x="0" y="6858000"/>
                </a:moveTo>
                <a:lnTo>
                  <a:pt x="11908536" y="6858000"/>
                </a:lnTo>
                <a:lnTo>
                  <a:pt x="1190853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3F3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709307" y="0"/>
                </a:moveTo>
                <a:lnTo>
                  <a:pt x="0" y="0"/>
                </a:lnTo>
                <a:lnTo>
                  <a:pt x="0" y="6857999"/>
                </a:lnTo>
                <a:lnTo>
                  <a:pt x="709307" y="6857999"/>
                </a:lnTo>
                <a:lnTo>
                  <a:pt x="710895" y="6789736"/>
                </a:lnTo>
                <a:lnTo>
                  <a:pt x="718832" y="6729412"/>
                </a:lnTo>
                <a:lnTo>
                  <a:pt x="729932" y="6677025"/>
                </a:lnTo>
                <a:lnTo>
                  <a:pt x="744220" y="6630987"/>
                </a:lnTo>
                <a:lnTo>
                  <a:pt x="760082" y="6589712"/>
                </a:lnTo>
                <a:lnTo>
                  <a:pt x="779132" y="6553200"/>
                </a:lnTo>
                <a:lnTo>
                  <a:pt x="817206" y="6477000"/>
                </a:lnTo>
                <a:lnTo>
                  <a:pt x="833081" y="6440487"/>
                </a:lnTo>
                <a:lnTo>
                  <a:pt x="848944" y="6399212"/>
                </a:lnTo>
                <a:lnTo>
                  <a:pt x="864819" y="6353175"/>
                </a:lnTo>
                <a:lnTo>
                  <a:pt x="875919" y="6300787"/>
                </a:lnTo>
                <a:lnTo>
                  <a:pt x="882269" y="6240462"/>
                </a:lnTo>
                <a:lnTo>
                  <a:pt x="885444" y="6172200"/>
                </a:lnTo>
                <a:lnTo>
                  <a:pt x="882269" y="6103937"/>
                </a:lnTo>
                <a:lnTo>
                  <a:pt x="875919" y="6043612"/>
                </a:lnTo>
                <a:lnTo>
                  <a:pt x="864819" y="5991225"/>
                </a:lnTo>
                <a:lnTo>
                  <a:pt x="848944" y="5945187"/>
                </a:lnTo>
                <a:lnTo>
                  <a:pt x="833081" y="5903912"/>
                </a:lnTo>
                <a:lnTo>
                  <a:pt x="817206" y="5867400"/>
                </a:lnTo>
                <a:lnTo>
                  <a:pt x="779132" y="5791200"/>
                </a:lnTo>
                <a:lnTo>
                  <a:pt x="760082" y="5754687"/>
                </a:lnTo>
                <a:lnTo>
                  <a:pt x="744220" y="5713412"/>
                </a:lnTo>
                <a:lnTo>
                  <a:pt x="729932" y="5667375"/>
                </a:lnTo>
                <a:lnTo>
                  <a:pt x="718832" y="5614987"/>
                </a:lnTo>
                <a:lnTo>
                  <a:pt x="710895" y="5554599"/>
                </a:lnTo>
                <a:lnTo>
                  <a:pt x="709307" y="5486400"/>
                </a:lnTo>
                <a:lnTo>
                  <a:pt x="710895" y="5418074"/>
                </a:lnTo>
                <a:lnTo>
                  <a:pt x="718832" y="5357749"/>
                </a:lnTo>
                <a:lnTo>
                  <a:pt x="729932" y="5305425"/>
                </a:lnTo>
                <a:lnTo>
                  <a:pt x="744220" y="5259324"/>
                </a:lnTo>
                <a:lnTo>
                  <a:pt x="760082" y="5218049"/>
                </a:lnTo>
                <a:lnTo>
                  <a:pt x="779132" y="5181600"/>
                </a:lnTo>
                <a:lnTo>
                  <a:pt x="817206" y="5105400"/>
                </a:lnTo>
                <a:lnTo>
                  <a:pt x="833081" y="5068824"/>
                </a:lnTo>
                <a:lnTo>
                  <a:pt x="848944" y="5027549"/>
                </a:lnTo>
                <a:lnTo>
                  <a:pt x="864819" y="4981575"/>
                </a:lnTo>
                <a:lnTo>
                  <a:pt x="875919" y="4929124"/>
                </a:lnTo>
                <a:lnTo>
                  <a:pt x="882269" y="4868799"/>
                </a:lnTo>
                <a:lnTo>
                  <a:pt x="885444" y="4800600"/>
                </a:lnTo>
                <a:lnTo>
                  <a:pt x="882269" y="4732274"/>
                </a:lnTo>
                <a:lnTo>
                  <a:pt x="875919" y="4671949"/>
                </a:lnTo>
                <a:lnTo>
                  <a:pt x="864819" y="4619625"/>
                </a:lnTo>
                <a:lnTo>
                  <a:pt x="848944" y="4573524"/>
                </a:lnTo>
                <a:lnTo>
                  <a:pt x="833081" y="4532249"/>
                </a:lnTo>
                <a:lnTo>
                  <a:pt x="817206" y="4495800"/>
                </a:lnTo>
                <a:lnTo>
                  <a:pt x="779132" y="4419600"/>
                </a:lnTo>
                <a:lnTo>
                  <a:pt x="760082" y="4383024"/>
                </a:lnTo>
                <a:lnTo>
                  <a:pt x="744220" y="4341749"/>
                </a:lnTo>
                <a:lnTo>
                  <a:pt x="729932" y="4295775"/>
                </a:lnTo>
                <a:lnTo>
                  <a:pt x="718832" y="4243324"/>
                </a:lnTo>
                <a:lnTo>
                  <a:pt x="710895" y="4182999"/>
                </a:lnTo>
                <a:lnTo>
                  <a:pt x="709307" y="4114800"/>
                </a:lnTo>
                <a:lnTo>
                  <a:pt x="710895" y="4046474"/>
                </a:lnTo>
                <a:lnTo>
                  <a:pt x="718832" y="3986149"/>
                </a:lnTo>
                <a:lnTo>
                  <a:pt x="729932" y="3933825"/>
                </a:lnTo>
                <a:lnTo>
                  <a:pt x="744220" y="3887724"/>
                </a:lnTo>
                <a:lnTo>
                  <a:pt x="760082" y="3846449"/>
                </a:lnTo>
                <a:lnTo>
                  <a:pt x="779132" y="3810000"/>
                </a:lnTo>
                <a:lnTo>
                  <a:pt x="817206" y="3733800"/>
                </a:lnTo>
                <a:lnTo>
                  <a:pt x="833081" y="3697224"/>
                </a:lnTo>
                <a:lnTo>
                  <a:pt x="848944" y="3655949"/>
                </a:lnTo>
                <a:lnTo>
                  <a:pt x="864819" y="3609975"/>
                </a:lnTo>
                <a:lnTo>
                  <a:pt x="875919" y="3557524"/>
                </a:lnTo>
                <a:lnTo>
                  <a:pt x="882269" y="3497199"/>
                </a:lnTo>
                <a:lnTo>
                  <a:pt x="885444" y="3427349"/>
                </a:lnTo>
                <a:lnTo>
                  <a:pt x="882269" y="3360674"/>
                </a:lnTo>
                <a:lnTo>
                  <a:pt x="875919" y="3300349"/>
                </a:lnTo>
                <a:lnTo>
                  <a:pt x="864819" y="3248025"/>
                </a:lnTo>
                <a:lnTo>
                  <a:pt x="848944" y="3201924"/>
                </a:lnTo>
                <a:lnTo>
                  <a:pt x="833081" y="3160649"/>
                </a:lnTo>
                <a:lnTo>
                  <a:pt x="817206" y="3124200"/>
                </a:lnTo>
                <a:lnTo>
                  <a:pt x="779132" y="3048000"/>
                </a:lnTo>
                <a:lnTo>
                  <a:pt x="760082" y="3011424"/>
                </a:lnTo>
                <a:lnTo>
                  <a:pt x="744220" y="2970149"/>
                </a:lnTo>
                <a:lnTo>
                  <a:pt x="729932" y="2924175"/>
                </a:lnTo>
                <a:lnTo>
                  <a:pt x="718832" y="2871724"/>
                </a:lnTo>
                <a:lnTo>
                  <a:pt x="710895" y="2811399"/>
                </a:lnTo>
                <a:lnTo>
                  <a:pt x="709307" y="2743200"/>
                </a:lnTo>
                <a:lnTo>
                  <a:pt x="710895" y="2674874"/>
                </a:lnTo>
                <a:lnTo>
                  <a:pt x="718832" y="2614549"/>
                </a:lnTo>
                <a:lnTo>
                  <a:pt x="729932" y="2562225"/>
                </a:lnTo>
                <a:lnTo>
                  <a:pt x="744220" y="2516124"/>
                </a:lnTo>
                <a:lnTo>
                  <a:pt x="760082" y="2474849"/>
                </a:lnTo>
                <a:lnTo>
                  <a:pt x="779132" y="2438400"/>
                </a:lnTo>
                <a:lnTo>
                  <a:pt x="817206" y="2362200"/>
                </a:lnTo>
                <a:lnTo>
                  <a:pt x="833081" y="2325624"/>
                </a:lnTo>
                <a:lnTo>
                  <a:pt x="848944" y="2284349"/>
                </a:lnTo>
                <a:lnTo>
                  <a:pt x="864819" y="2238375"/>
                </a:lnTo>
                <a:lnTo>
                  <a:pt x="875919" y="2185924"/>
                </a:lnTo>
                <a:lnTo>
                  <a:pt x="882269" y="2125599"/>
                </a:lnTo>
                <a:lnTo>
                  <a:pt x="885444" y="2057400"/>
                </a:lnTo>
                <a:lnTo>
                  <a:pt x="882269" y="1989074"/>
                </a:lnTo>
                <a:lnTo>
                  <a:pt x="875919" y="1928749"/>
                </a:lnTo>
                <a:lnTo>
                  <a:pt x="864819" y="1876425"/>
                </a:lnTo>
                <a:lnTo>
                  <a:pt x="848944" y="1830324"/>
                </a:lnTo>
                <a:lnTo>
                  <a:pt x="833081" y="1789049"/>
                </a:lnTo>
                <a:lnTo>
                  <a:pt x="817206" y="1752600"/>
                </a:lnTo>
                <a:lnTo>
                  <a:pt x="779132" y="1676400"/>
                </a:lnTo>
                <a:lnTo>
                  <a:pt x="760082" y="1639824"/>
                </a:lnTo>
                <a:lnTo>
                  <a:pt x="744220" y="1598549"/>
                </a:lnTo>
                <a:lnTo>
                  <a:pt x="729932" y="1552575"/>
                </a:lnTo>
                <a:lnTo>
                  <a:pt x="718832" y="1500124"/>
                </a:lnTo>
                <a:lnTo>
                  <a:pt x="710895" y="1439799"/>
                </a:lnTo>
                <a:lnTo>
                  <a:pt x="709307" y="1371600"/>
                </a:lnTo>
                <a:lnTo>
                  <a:pt x="710895" y="1303274"/>
                </a:lnTo>
                <a:lnTo>
                  <a:pt x="718832" y="1242949"/>
                </a:lnTo>
                <a:lnTo>
                  <a:pt x="729932" y="1190625"/>
                </a:lnTo>
                <a:lnTo>
                  <a:pt x="744220" y="1144524"/>
                </a:lnTo>
                <a:lnTo>
                  <a:pt x="760082" y="1103249"/>
                </a:lnTo>
                <a:lnTo>
                  <a:pt x="779132" y="1066800"/>
                </a:lnTo>
                <a:lnTo>
                  <a:pt x="817206" y="990600"/>
                </a:lnTo>
                <a:lnTo>
                  <a:pt x="833081" y="954024"/>
                </a:lnTo>
                <a:lnTo>
                  <a:pt x="848944" y="912749"/>
                </a:lnTo>
                <a:lnTo>
                  <a:pt x="864819" y="866775"/>
                </a:lnTo>
                <a:lnTo>
                  <a:pt x="875919" y="814324"/>
                </a:lnTo>
                <a:lnTo>
                  <a:pt x="882269" y="753999"/>
                </a:lnTo>
                <a:lnTo>
                  <a:pt x="885444" y="685800"/>
                </a:lnTo>
                <a:lnTo>
                  <a:pt x="882269" y="617474"/>
                </a:lnTo>
                <a:lnTo>
                  <a:pt x="875919" y="557149"/>
                </a:lnTo>
                <a:lnTo>
                  <a:pt x="864819" y="504825"/>
                </a:lnTo>
                <a:lnTo>
                  <a:pt x="848944" y="458724"/>
                </a:lnTo>
                <a:lnTo>
                  <a:pt x="833081" y="417449"/>
                </a:lnTo>
                <a:lnTo>
                  <a:pt x="817206" y="381000"/>
                </a:lnTo>
                <a:lnTo>
                  <a:pt x="779132" y="304800"/>
                </a:lnTo>
                <a:lnTo>
                  <a:pt x="760082" y="268224"/>
                </a:lnTo>
                <a:lnTo>
                  <a:pt x="744220" y="226949"/>
                </a:lnTo>
                <a:lnTo>
                  <a:pt x="729932" y="180975"/>
                </a:lnTo>
                <a:lnTo>
                  <a:pt x="718832" y="128524"/>
                </a:lnTo>
                <a:lnTo>
                  <a:pt x="710895" y="68199"/>
                </a:lnTo>
                <a:lnTo>
                  <a:pt x="709307" y="0"/>
                </a:lnTo>
                <a:close/>
              </a:path>
            </a:pathLst>
          </a:custGeom>
          <a:solidFill>
            <a:srgbClr val="0A0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08535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61B4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6077" y="499364"/>
            <a:ext cx="10959845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3F3F1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2808" y="1746631"/>
            <a:ext cx="10946383" cy="425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BEBEB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3463" y="0"/>
            <a:ext cx="11908790" cy="6858000"/>
          </a:xfrm>
          <a:custGeom>
            <a:avLst/>
            <a:gdLst/>
            <a:ahLst/>
            <a:cxnLst/>
            <a:rect l="l" t="t" r="r" b="b"/>
            <a:pathLst>
              <a:path w="11908790" h="6858000">
                <a:moveTo>
                  <a:pt x="0" y="6858000"/>
                </a:moveTo>
                <a:lnTo>
                  <a:pt x="11908536" y="6858000"/>
                </a:lnTo>
                <a:lnTo>
                  <a:pt x="1190853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1B4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57015" y="630936"/>
            <a:ext cx="5234940" cy="5229225"/>
          </a:xfrm>
          <a:custGeom>
            <a:avLst/>
            <a:gdLst/>
            <a:ahLst/>
            <a:cxnLst/>
            <a:rect l="l" t="t" r="r" b="b"/>
            <a:pathLst>
              <a:path w="5234940" h="5229225">
                <a:moveTo>
                  <a:pt x="2617470" y="0"/>
                </a:moveTo>
                <a:lnTo>
                  <a:pt x="2566670" y="4699"/>
                </a:lnTo>
                <a:lnTo>
                  <a:pt x="2517521" y="17399"/>
                </a:lnTo>
                <a:lnTo>
                  <a:pt x="2469896" y="36449"/>
                </a:lnTo>
                <a:lnTo>
                  <a:pt x="2420620" y="60325"/>
                </a:lnTo>
                <a:lnTo>
                  <a:pt x="2374646" y="87249"/>
                </a:lnTo>
                <a:lnTo>
                  <a:pt x="2327021" y="115824"/>
                </a:lnTo>
                <a:lnTo>
                  <a:pt x="2231771" y="166624"/>
                </a:lnTo>
                <a:lnTo>
                  <a:pt x="2184146" y="185674"/>
                </a:lnTo>
                <a:lnTo>
                  <a:pt x="2134870" y="198374"/>
                </a:lnTo>
                <a:lnTo>
                  <a:pt x="2085721" y="204724"/>
                </a:lnTo>
                <a:lnTo>
                  <a:pt x="2033397" y="204724"/>
                </a:lnTo>
                <a:lnTo>
                  <a:pt x="1979422" y="201549"/>
                </a:lnTo>
                <a:lnTo>
                  <a:pt x="1925447" y="195199"/>
                </a:lnTo>
                <a:lnTo>
                  <a:pt x="1871472" y="187325"/>
                </a:lnTo>
                <a:lnTo>
                  <a:pt x="1817497" y="180975"/>
                </a:lnTo>
                <a:lnTo>
                  <a:pt x="1763522" y="176149"/>
                </a:lnTo>
                <a:lnTo>
                  <a:pt x="1712722" y="177800"/>
                </a:lnTo>
                <a:lnTo>
                  <a:pt x="1663446" y="184150"/>
                </a:lnTo>
                <a:lnTo>
                  <a:pt x="1615821" y="198374"/>
                </a:lnTo>
                <a:lnTo>
                  <a:pt x="1576197" y="219075"/>
                </a:lnTo>
                <a:lnTo>
                  <a:pt x="1538097" y="245999"/>
                </a:lnTo>
                <a:lnTo>
                  <a:pt x="1504823" y="277749"/>
                </a:lnTo>
                <a:lnTo>
                  <a:pt x="1471422" y="314325"/>
                </a:lnTo>
                <a:lnTo>
                  <a:pt x="1441323" y="352425"/>
                </a:lnTo>
                <a:lnTo>
                  <a:pt x="1380998" y="431800"/>
                </a:lnTo>
                <a:lnTo>
                  <a:pt x="1350772" y="469900"/>
                </a:lnTo>
                <a:lnTo>
                  <a:pt x="1319022" y="506349"/>
                </a:lnTo>
                <a:lnTo>
                  <a:pt x="1282573" y="538099"/>
                </a:lnTo>
                <a:lnTo>
                  <a:pt x="1247648" y="566674"/>
                </a:lnTo>
                <a:lnTo>
                  <a:pt x="1207897" y="588899"/>
                </a:lnTo>
                <a:lnTo>
                  <a:pt x="1165098" y="607949"/>
                </a:lnTo>
                <a:lnTo>
                  <a:pt x="1118997" y="623824"/>
                </a:lnTo>
                <a:lnTo>
                  <a:pt x="1071372" y="638175"/>
                </a:lnTo>
                <a:lnTo>
                  <a:pt x="1023874" y="650875"/>
                </a:lnTo>
                <a:lnTo>
                  <a:pt x="974598" y="663575"/>
                </a:lnTo>
                <a:lnTo>
                  <a:pt x="928624" y="677799"/>
                </a:lnTo>
                <a:lnTo>
                  <a:pt x="882523" y="693674"/>
                </a:lnTo>
                <a:lnTo>
                  <a:pt x="839724" y="712724"/>
                </a:lnTo>
                <a:lnTo>
                  <a:pt x="801624" y="736600"/>
                </a:lnTo>
                <a:lnTo>
                  <a:pt x="766699" y="765175"/>
                </a:lnTo>
                <a:lnTo>
                  <a:pt x="738124" y="800100"/>
                </a:lnTo>
                <a:lnTo>
                  <a:pt x="714248" y="838200"/>
                </a:lnTo>
                <a:lnTo>
                  <a:pt x="695198" y="880999"/>
                </a:lnTo>
                <a:lnTo>
                  <a:pt x="679323" y="926973"/>
                </a:lnTo>
                <a:lnTo>
                  <a:pt x="665099" y="973074"/>
                </a:lnTo>
                <a:lnTo>
                  <a:pt x="652399" y="1022223"/>
                </a:lnTo>
                <a:lnTo>
                  <a:pt x="639699" y="1069848"/>
                </a:lnTo>
                <a:lnTo>
                  <a:pt x="625348" y="1117473"/>
                </a:lnTo>
                <a:lnTo>
                  <a:pt x="609473" y="1163574"/>
                </a:lnTo>
                <a:lnTo>
                  <a:pt x="590423" y="1206373"/>
                </a:lnTo>
                <a:lnTo>
                  <a:pt x="568198" y="1246124"/>
                </a:lnTo>
                <a:lnTo>
                  <a:pt x="539623" y="1281049"/>
                </a:lnTo>
                <a:lnTo>
                  <a:pt x="508000" y="1317498"/>
                </a:lnTo>
                <a:lnTo>
                  <a:pt x="471424" y="1349248"/>
                </a:lnTo>
                <a:lnTo>
                  <a:pt x="352425" y="1439799"/>
                </a:lnTo>
                <a:lnTo>
                  <a:pt x="314325" y="1469898"/>
                </a:lnTo>
                <a:lnTo>
                  <a:pt x="277749" y="1503299"/>
                </a:lnTo>
                <a:lnTo>
                  <a:pt x="245999" y="1536573"/>
                </a:lnTo>
                <a:lnTo>
                  <a:pt x="219075" y="1574673"/>
                </a:lnTo>
                <a:lnTo>
                  <a:pt x="198374" y="1614424"/>
                </a:lnTo>
                <a:lnTo>
                  <a:pt x="184150" y="1662049"/>
                </a:lnTo>
                <a:lnTo>
                  <a:pt x="177800" y="1711198"/>
                </a:lnTo>
                <a:lnTo>
                  <a:pt x="176149" y="1761998"/>
                </a:lnTo>
                <a:lnTo>
                  <a:pt x="180975" y="1815973"/>
                </a:lnTo>
                <a:lnTo>
                  <a:pt x="187325" y="1869948"/>
                </a:lnTo>
                <a:lnTo>
                  <a:pt x="195199" y="1923923"/>
                </a:lnTo>
                <a:lnTo>
                  <a:pt x="201549" y="1977898"/>
                </a:lnTo>
                <a:lnTo>
                  <a:pt x="204724" y="2031873"/>
                </a:lnTo>
                <a:lnTo>
                  <a:pt x="204724" y="2084197"/>
                </a:lnTo>
                <a:lnTo>
                  <a:pt x="198374" y="2133473"/>
                </a:lnTo>
                <a:lnTo>
                  <a:pt x="185674" y="2182622"/>
                </a:lnTo>
                <a:lnTo>
                  <a:pt x="166624" y="2228723"/>
                </a:lnTo>
                <a:lnTo>
                  <a:pt x="142875" y="2276348"/>
                </a:lnTo>
                <a:lnTo>
                  <a:pt x="115824" y="2323973"/>
                </a:lnTo>
                <a:lnTo>
                  <a:pt x="87249" y="2371598"/>
                </a:lnTo>
                <a:lnTo>
                  <a:pt x="60325" y="2417572"/>
                </a:lnTo>
                <a:lnTo>
                  <a:pt x="36449" y="2466848"/>
                </a:lnTo>
                <a:lnTo>
                  <a:pt x="17399" y="2514473"/>
                </a:lnTo>
                <a:lnTo>
                  <a:pt x="4699" y="2563622"/>
                </a:lnTo>
                <a:lnTo>
                  <a:pt x="0" y="2614422"/>
                </a:lnTo>
                <a:lnTo>
                  <a:pt x="4699" y="2665222"/>
                </a:lnTo>
                <a:lnTo>
                  <a:pt x="17399" y="2714371"/>
                </a:lnTo>
                <a:lnTo>
                  <a:pt x="36449" y="2761996"/>
                </a:lnTo>
                <a:lnTo>
                  <a:pt x="60325" y="2811272"/>
                </a:lnTo>
                <a:lnTo>
                  <a:pt x="87249" y="2857246"/>
                </a:lnTo>
                <a:lnTo>
                  <a:pt x="115824" y="2904871"/>
                </a:lnTo>
                <a:lnTo>
                  <a:pt x="142875" y="2952496"/>
                </a:lnTo>
                <a:lnTo>
                  <a:pt x="166624" y="3000121"/>
                </a:lnTo>
                <a:lnTo>
                  <a:pt x="185674" y="3046222"/>
                </a:lnTo>
                <a:lnTo>
                  <a:pt x="198374" y="3095371"/>
                </a:lnTo>
                <a:lnTo>
                  <a:pt x="204724" y="3144647"/>
                </a:lnTo>
                <a:lnTo>
                  <a:pt x="204724" y="3196971"/>
                </a:lnTo>
                <a:lnTo>
                  <a:pt x="201549" y="3250946"/>
                </a:lnTo>
                <a:lnTo>
                  <a:pt x="195199" y="3304921"/>
                </a:lnTo>
                <a:lnTo>
                  <a:pt x="187325" y="3358896"/>
                </a:lnTo>
                <a:lnTo>
                  <a:pt x="180975" y="3412871"/>
                </a:lnTo>
                <a:lnTo>
                  <a:pt x="176149" y="3466846"/>
                </a:lnTo>
                <a:lnTo>
                  <a:pt x="177800" y="3517646"/>
                </a:lnTo>
                <a:lnTo>
                  <a:pt x="184150" y="3566795"/>
                </a:lnTo>
                <a:lnTo>
                  <a:pt x="198374" y="3614420"/>
                </a:lnTo>
                <a:lnTo>
                  <a:pt x="219075" y="3654171"/>
                </a:lnTo>
                <a:lnTo>
                  <a:pt x="245999" y="3692271"/>
                </a:lnTo>
                <a:lnTo>
                  <a:pt x="277749" y="3725545"/>
                </a:lnTo>
                <a:lnTo>
                  <a:pt x="314325" y="3758946"/>
                </a:lnTo>
                <a:lnTo>
                  <a:pt x="352425" y="3789045"/>
                </a:lnTo>
                <a:lnTo>
                  <a:pt x="471424" y="3879596"/>
                </a:lnTo>
                <a:lnTo>
                  <a:pt x="508000" y="3911346"/>
                </a:lnTo>
                <a:lnTo>
                  <a:pt x="539623" y="3947795"/>
                </a:lnTo>
                <a:lnTo>
                  <a:pt x="568198" y="3982720"/>
                </a:lnTo>
                <a:lnTo>
                  <a:pt x="590423" y="4022471"/>
                </a:lnTo>
                <a:lnTo>
                  <a:pt x="609473" y="4065270"/>
                </a:lnTo>
                <a:lnTo>
                  <a:pt x="625348" y="4111371"/>
                </a:lnTo>
                <a:lnTo>
                  <a:pt x="639699" y="4158996"/>
                </a:lnTo>
                <a:lnTo>
                  <a:pt x="652399" y="4206621"/>
                </a:lnTo>
                <a:lnTo>
                  <a:pt x="665099" y="4255770"/>
                </a:lnTo>
                <a:lnTo>
                  <a:pt x="679323" y="4301871"/>
                </a:lnTo>
                <a:lnTo>
                  <a:pt x="695198" y="4347845"/>
                </a:lnTo>
                <a:lnTo>
                  <a:pt x="714248" y="4390644"/>
                </a:lnTo>
                <a:lnTo>
                  <a:pt x="738124" y="4428744"/>
                </a:lnTo>
                <a:lnTo>
                  <a:pt x="766699" y="4463669"/>
                </a:lnTo>
                <a:lnTo>
                  <a:pt x="801624" y="4492244"/>
                </a:lnTo>
                <a:lnTo>
                  <a:pt x="839724" y="4516120"/>
                </a:lnTo>
                <a:lnTo>
                  <a:pt x="882523" y="4535170"/>
                </a:lnTo>
                <a:lnTo>
                  <a:pt x="928624" y="4551045"/>
                </a:lnTo>
                <a:lnTo>
                  <a:pt x="974598" y="4565269"/>
                </a:lnTo>
                <a:lnTo>
                  <a:pt x="1023874" y="4577969"/>
                </a:lnTo>
                <a:lnTo>
                  <a:pt x="1071372" y="4590669"/>
                </a:lnTo>
                <a:lnTo>
                  <a:pt x="1118997" y="4605020"/>
                </a:lnTo>
                <a:lnTo>
                  <a:pt x="1165098" y="4620895"/>
                </a:lnTo>
                <a:lnTo>
                  <a:pt x="1207897" y="4639945"/>
                </a:lnTo>
                <a:lnTo>
                  <a:pt x="1247648" y="4662170"/>
                </a:lnTo>
                <a:lnTo>
                  <a:pt x="1282573" y="4690745"/>
                </a:lnTo>
                <a:lnTo>
                  <a:pt x="1319022" y="4722495"/>
                </a:lnTo>
                <a:lnTo>
                  <a:pt x="1350772" y="4758944"/>
                </a:lnTo>
                <a:lnTo>
                  <a:pt x="1380998" y="4797044"/>
                </a:lnTo>
                <a:lnTo>
                  <a:pt x="1441323" y="4876419"/>
                </a:lnTo>
                <a:lnTo>
                  <a:pt x="1471422" y="4914519"/>
                </a:lnTo>
                <a:lnTo>
                  <a:pt x="1504823" y="4951095"/>
                </a:lnTo>
                <a:lnTo>
                  <a:pt x="1538097" y="4982794"/>
                </a:lnTo>
                <a:lnTo>
                  <a:pt x="1576197" y="5009781"/>
                </a:lnTo>
                <a:lnTo>
                  <a:pt x="1615821" y="5030419"/>
                </a:lnTo>
                <a:lnTo>
                  <a:pt x="1663446" y="5044706"/>
                </a:lnTo>
                <a:lnTo>
                  <a:pt x="1712722" y="5051056"/>
                </a:lnTo>
                <a:lnTo>
                  <a:pt x="1763522" y="5052644"/>
                </a:lnTo>
                <a:lnTo>
                  <a:pt x="1817497" y="5047881"/>
                </a:lnTo>
                <a:lnTo>
                  <a:pt x="1871472" y="5041531"/>
                </a:lnTo>
                <a:lnTo>
                  <a:pt x="1925447" y="5033594"/>
                </a:lnTo>
                <a:lnTo>
                  <a:pt x="1979422" y="5027244"/>
                </a:lnTo>
                <a:lnTo>
                  <a:pt x="2033397" y="5024069"/>
                </a:lnTo>
                <a:lnTo>
                  <a:pt x="2085721" y="5024069"/>
                </a:lnTo>
                <a:lnTo>
                  <a:pt x="2134870" y="5030419"/>
                </a:lnTo>
                <a:lnTo>
                  <a:pt x="2184146" y="5043119"/>
                </a:lnTo>
                <a:lnTo>
                  <a:pt x="2231771" y="5062169"/>
                </a:lnTo>
                <a:lnTo>
                  <a:pt x="2327021" y="5112969"/>
                </a:lnTo>
                <a:lnTo>
                  <a:pt x="2374646" y="5141531"/>
                </a:lnTo>
                <a:lnTo>
                  <a:pt x="2420620" y="5168519"/>
                </a:lnTo>
                <a:lnTo>
                  <a:pt x="2469896" y="5192331"/>
                </a:lnTo>
                <a:lnTo>
                  <a:pt x="2517521" y="5211381"/>
                </a:lnTo>
                <a:lnTo>
                  <a:pt x="2566670" y="5224081"/>
                </a:lnTo>
                <a:lnTo>
                  <a:pt x="2617470" y="5228844"/>
                </a:lnTo>
                <a:lnTo>
                  <a:pt x="2668270" y="5224081"/>
                </a:lnTo>
                <a:lnTo>
                  <a:pt x="2717419" y="5211381"/>
                </a:lnTo>
                <a:lnTo>
                  <a:pt x="2765044" y="5192331"/>
                </a:lnTo>
                <a:lnTo>
                  <a:pt x="2814320" y="5168519"/>
                </a:lnTo>
                <a:lnTo>
                  <a:pt x="2860294" y="5141531"/>
                </a:lnTo>
                <a:lnTo>
                  <a:pt x="2907919" y="5112969"/>
                </a:lnTo>
                <a:lnTo>
                  <a:pt x="3003168" y="5062169"/>
                </a:lnTo>
                <a:lnTo>
                  <a:pt x="3049269" y="5043119"/>
                </a:lnTo>
                <a:lnTo>
                  <a:pt x="3100069" y="5030419"/>
                </a:lnTo>
                <a:lnTo>
                  <a:pt x="3149218" y="5024069"/>
                </a:lnTo>
                <a:lnTo>
                  <a:pt x="3201542" y="5024069"/>
                </a:lnTo>
                <a:lnTo>
                  <a:pt x="3255517" y="5027244"/>
                </a:lnTo>
                <a:lnTo>
                  <a:pt x="3309492" y="5033594"/>
                </a:lnTo>
                <a:lnTo>
                  <a:pt x="3363467" y="5041531"/>
                </a:lnTo>
                <a:lnTo>
                  <a:pt x="3417442" y="5047881"/>
                </a:lnTo>
                <a:lnTo>
                  <a:pt x="3471417" y="5052644"/>
                </a:lnTo>
                <a:lnTo>
                  <a:pt x="3522217" y="5051056"/>
                </a:lnTo>
                <a:lnTo>
                  <a:pt x="3571493" y="5044706"/>
                </a:lnTo>
                <a:lnTo>
                  <a:pt x="3619118" y="5030419"/>
                </a:lnTo>
                <a:lnTo>
                  <a:pt x="3658742" y="5009781"/>
                </a:lnTo>
                <a:lnTo>
                  <a:pt x="3696842" y="4982794"/>
                </a:lnTo>
                <a:lnTo>
                  <a:pt x="3730116" y="4951095"/>
                </a:lnTo>
                <a:lnTo>
                  <a:pt x="3763517" y="4914519"/>
                </a:lnTo>
                <a:lnTo>
                  <a:pt x="3793616" y="4876419"/>
                </a:lnTo>
                <a:lnTo>
                  <a:pt x="3853941" y="4797044"/>
                </a:lnTo>
                <a:lnTo>
                  <a:pt x="3884167" y="4758944"/>
                </a:lnTo>
                <a:lnTo>
                  <a:pt x="3915917" y="4722495"/>
                </a:lnTo>
                <a:lnTo>
                  <a:pt x="3952366" y="4690745"/>
                </a:lnTo>
                <a:lnTo>
                  <a:pt x="3987291" y="4662170"/>
                </a:lnTo>
                <a:lnTo>
                  <a:pt x="4027042" y="4639945"/>
                </a:lnTo>
                <a:lnTo>
                  <a:pt x="4069841" y="4620895"/>
                </a:lnTo>
                <a:lnTo>
                  <a:pt x="4115942" y="4605020"/>
                </a:lnTo>
                <a:lnTo>
                  <a:pt x="4163567" y="4590669"/>
                </a:lnTo>
                <a:lnTo>
                  <a:pt x="4211066" y="4577969"/>
                </a:lnTo>
                <a:lnTo>
                  <a:pt x="4260342" y="4565269"/>
                </a:lnTo>
                <a:lnTo>
                  <a:pt x="4306316" y="4551045"/>
                </a:lnTo>
                <a:lnTo>
                  <a:pt x="4352417" y="4535170"/>
                </a:lnTo>
                <a:lnTo>
                  <a:pt x="4395216" y="4516120"/>
                </a:lnTo>
                <a:lnTo>
                  <a:pt x="4433316" y="4492244"/>
                </a:lnTo>
                <a:lnTo>
                  <a:pt x="4468241" y="4463669"/>
                </a:lnTo>
                <a:lnTo>
                  <a:pt x="4496816" y="4428744"/>
                </a:lnTo>
                <a:lnTo>
                  <a:pt x="4520692" y="4390644"/>
                </a:lnTo>
                <a:lnTo>
                  <a:pt x="4539742" y="4347845"/>
                </a:lnTo>
                <a:lnTo>
                  <a:pt x="4555617" y="4301871"/>
                </a:lnTo>
                <a:lnTo>
                  <a:pt x="4569841" y="4255770"/>
                </a:lnTo>
                <a:lnTo>
                  <a:pt x="4582541" y="4206621"/>
                </a:lnTo>
                <a:lnTo>
                  <a:pt x="4595241" y="4158996"/>
                </a:lnTo>
                <a:lnTo>
                  <a:pt x="4609592" y="4111371"/>
                </a:lnTo>
                <a:lnTo>
                  <a:pt x="4625467" y="4065270"/>
                </a:lnTo>
                <a:lnTo>
                  <a:pt x="4644517" y="4022471"/>
                </a:lnTo>
                <a:lnTo>
                  <a:pt x="4666742" y="3982720"/>
                </a:lnTo>
                <a:lnTo>
                  <a:pt x="4695317" y="3947795"/>
                </a:lnTo>
                <a:lnTo>
                  <a:pt x="4726940" y="3911346"/>
                </a:lnTo>
                <a:lnTo>
                  <a:pt x="4763516" y="3879596"/>
                </a:lnTo>
                <a:lnTo>
                  <a:pt x="4801616" y="3849370"/>
                </a:lnTo>
                <a:lnTo>
                  <a:pt x="4842891" y="3819271"/>
                </a:lnTo>
                <a:lnTo>
                  <a:pt x="4882515" y="3789045"/>
                </a:lnTo>
                <a:lnTo>
                  <a:pt x="4920615" y="3758946"/>
                </a:lnTo>
                <a:lnTo>
                  <a:pt x="4957191" y="3725545"/>
                </a:lnTo>
                <a:lnTo>
                  <a:pt x="4988941" y="3692271"/>
                </a:lnTo>
                <a:lnTo>
                  <a:pt x="5015865" y="3654171"/>
                </a:lnTo>
                <a:lnTo>
                  <a:pt x="5036566" y="3614420"/>
                </a:lnTo>
                <a:lnTo>
                  <a:pt x="5050790" y="3566795"/>
                </a:lnTo>
                <a:lnTo>
                  <a:pt x="5057140" y="3517646"/>
                </a:lnTo>
                <a:lnTo>
                  <a:pt x="5058791" y="3466846"/>
                </a:lnTo>
                <a:lnTo>
                  <a:pt x="5053965" y="3412871"/>
                </a:lnTo>
                <a:lnTo>
                  <a:pt x="5047615" y="3358896"/>
                </a:lnTo>
                <a:lnTo>
                  <a:pt x="5039741" y="3304921"/>
                </a:lnTo>
                <a:lnTo>
                  <a:pt x="5033391" y="3250946"/>
                </a:lnTo>
                <a:lnTo>
                  <a:pt x="5030216" y="3196971"/>
                </a:lnTo>
                <a:lnTo>
                  <a:pt x="5030216" y="3144647"/>
                </a:lnTo>
                <a:lnTo>
                  <a:pt x="5036566" y="3095371"/>
                </a:lnTo>
                <a:lnTo>
                  <a:pt x="5049266" y="3046222"/>
                </a:lnTo>
                <a:lnTo>
                  <a:pt x="5068316" y="3000121"/>
                </a:lnTo>
                <a:lnTo>
                  <a:pt x="5119116" y="2904871"/>
                </a:lnTo>
                <a:lnTo>
                  <a:pt x="5147691" y="2857246"/>
                </a:lnTo>
                <a:lnTo>
                  <a:pt x="5174615" y="2811272"/>
                </a:lnTo>
                <a:lnTo>
                  <a:pt x="5198491" y="2761996"/>
                </a:lnTo>
                <a:lnTo>
                  <a:pt x="5217541" y="2714371"/>
                </a:lnTo>
                <a:lnTo>
                  <a:pt x="5230241" y="2665222"/>
                </a:lnTo>
                <a:lnTo>
                  <a:pt x="5234940" y="2614422"/>
                </a:lnTo>
                <a:lnTo>
                  <a:pt x="5230241" y="2563622"/>
                </a:lnTo>
                <a:lnTo>
                  <a:pt x="5217541" y="2514473"/>
                </a:lnTo>
                <a:lnTo>
                  <a:pt x="5198491" y="2466848"/>
                </a:lnTo>
                <a:lnTo>
                  <a:pt x="5174615" y="2417572"/>
                </a:lnTo>
                <a:lnTo>
                  <a:pt x="5147691" y="2371598"/>
                </a:lnTo>
                <a:lnTo>
                  <a:pt x="5119116" y="2323973"/>
                </a:lnTo>
                <a:lnTo>
                  <a:pt x="5068316" y="2228723"/>
                </a:lnTo>
                <a:lnTo>
                  <a:pt x="5049266" y="2182622"/>
                </a:lnTo>
                <a:lnTo>
                  <a:pt x="5036566" y="2133473"/>
                </a:lnTo>
                <a:lnTo>
                  <a:pt x="5030216" y="2084197"/>
                </a:lnTo>
                <a:lnTo>
                  <a:pt x="5030216" y="2031873"/>
                </a:lnTo>
                <a:lnTo>
                  <a:pt x="5033391" y="1977898"/>
                </a:lnTo>
                <a:lnTo>
                  <a:pt x="5039741" y="1923923"/>
                </a:lnTo>
                <a:lnTo>
                  <a:pt x="5047615" y="1869948"/>
                </a:lnTo>
                <a:lnTo>
                  <a:pt x="5053965" y="1815973"/>
                </a:lnTo>
                <a:lnTo>
                  <a:pt x="5058791" y="1761998"/>
                </a:lnTo>
                <a:lnTo>
                  <a:pt x="5057140" y="1711198"/>
                </a:lnTo>
                <a:lnTo>
                  <a:pt x="5050790" y="1662049"/>
                </a:lnTo>
                <a:lnTo>
                  <a:pt x="5036566" y="1614424"/>
                </a:lnTo>
                <a:lnTo>
                  <a:pt x="5015865" y="1574673"/>
                </a:lnTo>
                <a:lnTo>
                  <a:pt x="4988941" y="1536573"/>
                </a:lnTo>
                <a:lnTo>
                  <a:pt x="4957191" y="1503299"/>
                </a:lnTo>
                <a:lnTo>
                  <a:pt x="4920615" y="1469898"/>
                </a:lnTo>
                <a:lnTo>
                  <a:pt x="4882515" y="1439799"/>
                </a:lnTo>
                <a:lnTo>
                  <a:pt x="4842891" y="1409573"/>
                </a:lnTo>
                <a:lnTo>
                  <a:pt x="4801616" y="1379474"/>
                </a:lnTo>
                <a:lnTo>
                  <a:pt x="4763516" y="1349248"/>
                </a:lnTo>
                <a:lnTo>
                  <a:pt x="4726940" y="1317498"/>
                </a:lnTo>
                <a:lnTo>
                  <a:pt x="4695317" y="1281049"/>
                </a:lnTo>
                <a:lnTo>
                  <a:pt x="4666742" y="1246124"/>
                </a:lnTo>
                <a:lnTo>
                  <a:pt x="4644517" y="1206373"/>
                </a:lnTo>
                <a:lnTo>
                  <a:pt x="4625467" y="1163574"/>
                </a:lnTo>
                <a:lnTo>
                  <a:pt x="4609592" y="1117473"/>
                </a:lnTo>
                <a:lnTo>
                  <a:pt x="4595241" y="1069848"/>
                </a:lnTo>
                <a:lnTo>
                  <a:pt x="4582541" y="1022223"/>
                </a:lnTo>
                <a:lnTo>
                  <a:pt x="4569841" y="973074"/>
                </a:lnTo>
                <a:lnTo>
                  <a:pt x="4555617" y="926973"/>
                </a:lnTo>
                <a:lnTo>
                  <a:pt x="4539742" y="880999"/>
                </a:lnTo>
                <a:lnTo>
                  <a:pt x="4520692" y="838200"/>
                </a:lnTo>
                <a:lnTo>
                  <a:pt x="4496816" y="800100"/>
                </a:lnTo>
                <a:lnTo>
                  <a:pt x="4468241" y="765175"/>
                </a:lnTo>
                <a:lnTo>
                  <a:pt x="4433316" y="736600"/>
                </a:lnTo>
                <a:lnTo>
                  <a:pt x="4395216" y="712724"/>
                </a:lnTo>
                <a:lnTo>
                  <a:pt x="4352417" y="693674"/>
                </a:lnTo>
                <a:lnTo>
                  <a:pt x="4306316" y="677799"/>
                </a:lnTo>
                <a:lnTo>
                  <a:pt x="4260342" y="663575"/>
                </a:lnTo>
                <a:lnTo>
                  <a:pt x="4211066" y="650875"/>
                </a:lnTo>
                <a:lnTo>
                  <a:pt x="4163567" y="638175"/>
                </a:lnTo>
                <a:lnTo>
                  <a:pt x="4115942" y="623824"/>
                </a:lnTo>
                <a:lnTo>
                  <a:pt x="4069841" y="607949"/>
                </a:lnTo>
                <a:lnTo>
                  <a:pt x="4027042" y="588899"/>
                </a:lnTo>
                <a:lnTo>
                  <a:pt x="3987291" y="566674"/>
                </a:lnTo>
                <a:lnTo>
                  <a:pt x="3952366" y="538099"/>
                </a:lnTo>
                <a:lnTo>
                  <a:pt x="3915917" y="506349"/>
                </a:lnTo>
                <a:lnTo>
                  <a:pt x="3884167" y="469900"/>
                </a:lnTo>
                <a:lnTo>
                  <a:pt x="3853941" y="431800"/>
                </a:lnTo>
                <a:lnTo>
                  <a:pt x="3793616" y="352425"/>
                </a:lnTo>
                <a:lnTo>
                  <a:pt x="3763517" y="314325"/>
                </a:lnTo>
                <a:lnTo>
                  <a:pt x="3730116" y="277749"/>
                </a:lnTo>
                <a:lnTo>
                  <a:pt x="3696842" y="245999"/>
                </a:lnTo>
                <a:lnTo>
                  <a:pt x="3658742" y="219075"/>
                </a:lnTo>
                <a:lnTo>
                  <a:pt x="3619118" y="198374"/>
                </a:lnTo>
                <a:lnTo>
                  <a:pt x="3571493" y="184150"/>
                </a:lnTo>
                <a:lnTo>
                  <a:pt x="3522217" y="177800"/>
                </a:lnTo>
                <a:lnTo>
                  <a:pt x="3471417" y="176149"/>
                </a:lnTo>
                <a:lnTo>
                  <a:pt x="3417442" y="180975"/>
                </a:lnTo>
                <a:lnTo>
                  <a:pt x="3363467" y="187325"/>
                </a:lnTo>
                <a:lnTo>
                  <a:pt x="3309492" y="195199"/>
                </a:lnTo>
                <a:lnTo>
                  <a:pt x="3255517" y="201549"/>
                </a:lnTo>
                <a:lnTo>
                  <a:pt x="3201542" y="204724"/>
                </a:lnTo>
                <a:lnTo>
                  <a:pt x="3149218" y="204724"/>
                </a:lnTo>
                <a:lnTo>
                  <a:pt x="3100069" y="198374"/>
                </a:lnTo>
                <a:lnTo>
                  <a:pt x="3049269" y="185674"/>
                </a:lnTo>
                <a:lnTo>
                  <a:pt x="3003168" y="166624"/>
                </a:lnTo>
                <a:lnTo>
                  <a:pt x="2907919" y="115824"/>
                </a:lnTo>
                <a:lnTo>
                  <a:pt x="2860294" y="87249"/>
                </a:lnTo>
                <a:lnTo>
                  <a:pt x="2814320" y="60325"/>
                </a:lnTo>
                <a:lnTo>
                  <a:pt x="2765044" y="36449"/>
                </a:lnTo>
                <a:lnTo>
                  <a:pt x="2717419" y="17399"/>
                </a:lnTo>
                <a:lnTo>
                  <a:pt x="2668270" y="4699"/>
                </a:lnTo>
                <a:lnTo>
                  <a:pt x="2617470" y="0"/>
                </a:lnTo>
                <a:close/>
              </a:path>
            </a:pathLst>
          </a:custGeom>
          <a:solidFill>
            <a:srgbClr val="F3F3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0A0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92677" y="1973326"/>
            <a:ext cx="4610100" cy="258635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873885" marR="5080" indent="-1861185">
              <a:lnSpc>
                <a:spcPts val="6480"/>
              </a:lnSpc>
              <a:spcBef>
                <a:spcPts val="915"/>
              </a:spcBef>
            </a:pPr>
            <a:r>
              <a:rPr dirty="0">
                <a:solidFill>
                  <a:srgbClr val="0A082D"/>
                </a:solidFill>
              </a:rPr>
              <a:t>C</a:t>
            </a:r>
            <a:r>
              <a:rPr spc="-275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H</a:t>
            </a:r>
            <a:r>
              <a:rPr spc="-265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A</a:t>
            </a:r>
            <a:r>
              <a:rPr spc="-270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L</a:t>
            </a:r>
            <a:r>
              <a:rPr spc="-275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L</a:t>
            </a:r>
            <a:r>
              <a:rPr spc="-280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E</a:t>
            </a:r>
            <a:r>
              <a:rPr spc="-270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N</a:t>
            </a:r>
            <a:r>
              <a:rPr spc="-270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G</a:t>
            </a:r>
            <a:r>
              <a:rPr spc="-270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E</a:t>
            </a:r>
            <a:r>
              <a:rPr spc="-280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S  T</a:t>
            </a:r>
            <a:r>
              <a:rPr spc="-270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O</a:t>
            </a:r>
          </a:p>
          <a:p>
            <a:pPr marL="48895">
              <a:lnSpc>
                <a:spcPts val="6385"/>
              </a:lnSpc>
            </a:pPr>
            <a:r>
              <a:rPr dirty="0">
                <a:solidFill>
                  <a:srgbClr val="0A082D"/>
                </a:solidFill>
              </a:rPr>
              <a:t>D</a:t>
            </a:r>
            <a:r>
              <a:rPr spc="-280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E</a:t>
            </a:r>
            <a:r>
              <a:rPr spc="-270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M</a:t>
            </a:r>
            <a:r>
              <a:rPr spc="-280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O</a:t>
            </a:r>
            <a:r>
              <a:rPr spc="-275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C</a:t>
            </a:r>
            <a:r>
              <a:rPr spc="-270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R</a:t>
            </a:r>
            <a:r>
              <a:rPr spc="-280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A</a:t>
            </a:r>
            <a:r>
              <a:rPr spc="-270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C</a:t>
            </a:r>
            <a:r>
              <a:rPr spc="-270" dirty="0">
                <a:solidFill>
                  <a:srgbClr val="0A082D"/>
                </a:solidFill>
              </a:rPr>
              <a:t> </a:t>
            </a:r>
            <a:r>
              <a:rPr dirty="0">
                <a:solidFill>
                  <a:srgbClr val="0A082D"/>
                </a:solidFill>
              </a:rPr>
              <a:t>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A0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814955" cy="6858000"/>
            <a:chOff x="0" y="0"/>
            <a:chExt cx="2814955" cy="6858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2814955" cy="6858000"/>
            </a:xfrm>
            <a:custGeom>
              <a:avLst/>
              <a:gdLst/>
              <a:ahLst/>
              <a:cxnLst/>
              <a:rect l="l" t="t" r="r" b="b"/>
              <a:pathLst>
                <a:path w="2814955" h="6858000">
                  <a:moveTo>
                    <a:pt x="1414526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1414526" y="6857999"/>
                  </a:lnTo>
                  <a:lnTo>
                    <a:pt x="1438402" y="6769098"/>
                  </a:lnTo>
                  <a:lnTo>
                    <a:pt x="1462151" y="6681787"/>
                  </a:lnTo>
                  <a:lnTo>
                    <a:pt x="1489202" y="6596062"/>
                  </a:lnTo>
                  <a:lnTo>
                    <a:pt x="1519301" y="6513512"/>
                  </a:lnTo>
                  <a:lnTo>
                    <a:pt x="1555877" y="6435725"/>
                  </a:lnTo>
                  <a:lnTo>
                    <a:pt x="1598676" y="6362700"/>
                  </a:lnTo>
                  <a:lnTo>
                    <a:pt x="1644777" y="6300787"/>
                  </a:lnTo>
                  <a:lnTo>
                    <a:pt x="1697101" y="6243637"/>
                  </a:lnTo>
                  <a:lnTo>
                    <a:pt x="1754251" y="6188075"/>
                  </a:lnTo>
                  <a:lnTo>
                    <a:pt x="1817751" y="6134100"/>
                  </a:lnTo>
                  <a:lnTo>
                    <a:pt x="1881377" y="6084887"/>
                  </a:lnTo>
                  <a:lnTo>
                    <a:pt x="1948052" y="6032500"/>
                  </a:lnTo>
                  <a:lnTo>
                    <a:pt x="2016252" y="5983287"/>
                  </a:lnTo>
                  <a:lnTo>
                    <a:pt x="2146427" y="5878512"/>
                  </a:lnTo>
                  <a:lnTo>
                    <a:pt x="2206752" y="5824537"/>
                  </a:lnTo>
                  <a:lnTo>
                    <a:pt x="2262378" y="5767387"/>
                  </a:lnTo>
                  <a:lnTo>
                    <a:pt x="2311527" y="5707062"/>
                  </a:lnTo>
                  <a:lnTo>
                    <a:pt x="2355977" y="5643562"/>
                  </a:lnTo>
                  <a:lnTo>
                    <a:pt x="2389378" y="5575300"/>
                  </a:lnTo>
                  <a:lnTo>
                    <a:pt x="2414778" y="5499100"/>
                  </a:lnTo>
                  <a:lnTo>
                    <a:pt x="2429002" y="5418074"/>
                  </a:lnTo>
                  <a:lnTo>
                    <a:pt x="2435352" y="5334000"/>
                  </a:lnTo>
                  <a:lnTo>
                    <a:pt x="2435352" y="5249799"/>
                  </a:lnTo>
                  <a:lnTo>
                    <a:pt x="2429002" y="5162550"/>
                  </a:lnTo>
                  <a:lnTo>
                    <a:pt x="2417953" y="5071999"/>
                  </a:lnTo>
                  <a:lnTo>
                    <a:pt x="2405253" y="4983099"/>
                  </a:lnTo>
                  <a:lnTo>
                    <a:pt x="2383028" y="4805299"/>
                  </a:lnTo>
                  <a:lnTo>
                    <a:pt x="2375027" y="4714875"/>
                  </a:lnTo>
                  <a:lnTo>
                    <a:pt x="2371852" y="4627499"/>
                  </a:lnTo>
                  <a:lnTo>
                    <a:pt x="2376678" y="4543425"/>
                  </a:lnTo>
                  <a:lnTo>
                    <a:pt x="2387727" y="4459224"/>
                  </a:lnTo>
                  <a:lnTo>
                    <a:pt x="2408428" y="4381500"/>
                  </a:lnTo>
                  <a:lnTo>
                    <a:pt x="2437003" y="4302125"/>
                  </a:lnTo>
                  <a:lnTo>
                    <a:pt x="2471928" y="4224274"/>
                  </a:lnTo>
                  <a:lnTo>
                    <a:pt x="2513203" y="4146550"/>
                  </a:lnTo>
                  <a:lnTo>
                    <a:pt x="2557653" y="4068699"/>
                  </a:lnTo>
                  <a:lnTo>
                    <a:pt x="2603627" y="3989324"/>
                  </a:lnTo>
                  <a:lnTo>
                    <a:pt x="2649728" y="3913124"/>
                  </a:lnTo>
                  <a:lnTo>
                    <a:pt x="2692527" y="3833749"/>
                  </a:lnTo>
                  <a:lnTo>
                    <a:pt x="2732278" y="3756025"/>
                  </a:lnTo>
                  <a:lnTo>
                    <a:pt x="2765552" y="3673475"/>
                  </a:lnTo>
                  <a:lnTo>
                    <a:pt x="2792603" y="3592449"/>
                  </a:lnTo>
                  <a:lnTo>
                    <a:pt x="2808478" y="3511550"/>
                  </a:lnTo>
                  <a:lnTo>
                    <a:pt x="2814828" y="3429000"/>
                  </a:lnTo>
                  <a:lnTo>
                    <a:pt x="2808478" y="3346450"/>
                  </a:lnTo>
                  <a:lnTo>
                    <a:pt x="2792603" y="3265424"/>
                  </a:lnTo>
                  <a:lnTo>
                    <a:pt x="2765552" y="3184525"/>
                  </a:lnTo>
                  <a:lnTo>
                    <a:pt x="2732278" y="3101975"/>
                  </a:lnTo>
                  <a:lnTo>
                    <a:pt x="2692527" y="3024124"/>
                  </a:lnTo>
                  <a:lnTo>
                    <a:pt x="2649728" y="2944749"/>
                  </a:lnTo>
                  <a:lnTo>
                    <a:pt x="2603627" y="2868549"/>
                  </a:lnTo>
                  <a:lnTo>
                    <a:pt x="2557653" y="2789174"/>
                  </a:lnTo>
                  <a:lnTo>
                    <a:pt x="2513203" y="2711450"/>
                  </a:lnTo>
                  <a:lnTo>
                    <a:pt x="2471928" y="2633599"/>
                  </a:lnTo>
                  <a:lnTo>
                    <a:pt x="2437003" y="2555875"/>
                  </a:lnTo>
                  <a:lnTo>
                    <a:pt x="2408428" y="2476500"/>
                  </a:lnTo>
                  <a:lnTo>
                    <a:pt x="2387727" y="2398649"/>
                  </a:lnTo>
                  <a:lnTo>
                    <a:pt x="2376678" y="2314575"/>
                  </a:lnTo>
                  <a:lnTo>
                    <a:pt x="2371852" y="2230374"/>
                  </a:lnTo>
                  <a:lnTo>
                    <a:pt x="2375027" y="2143125"/>
                  </a:lnTo>
                  <a:lnTo>
                    <a:pt x="2383028" y="2052574"/>
                  </a:lnTo>
                  <a:lnTo>
                    <a:pt x="2405253" y="1874774"/>
                  </a:lnTo>
                  <a:lnTo>
                    <a:pt x="2417953" y="1785874"/>
                  </a:lnTo>
                  <a:lnTo>
                    <a:pt x="2429002" y="1695450"/>
                  </a:lnTo>
                  <a:lnTo>
                    <a:pt x="2435352" y="1608074"/>
                  </a:lnTo>
                  <a:lnTo>
                    <a:pt x="2435352" y="1524000"/>
                  </a:lnTo>
                  <a:lnTo>
                    <a:pt x="2429002" y="1439799"/>
                  </a:lnTo>
                  <a:lnTo>
                    <a:pt x="2414778" y="1358900"/>
                  </a:lnTo>
                  <a:lnTo>
                    <a:pt x="2389378" y="1282700"/>
                  </a:lnTo>
                  <a:lnTo>
                    <a:pt x="2355977" y="1214374"/>
                  </a:lnTo>
                  <a:lnTo>
                    <a:pt x="2311527" y="1150874"/>
                  </a:lnTo>
                  <a:lnTo>
                    <a:pt x="2262378" y="1090549"/>
                  </a:lnTo>
                  <a:lnTo>
                    <a:pt x="2206752" y="1033399"/>
                  </a:lnTo>
                  <a:lnTo>
                    <a:pt x="2146427" y="979424"/>
                  </a:lnTo>
                  <a:lnTo>
                    <a:pt x="2016252" y="874649"/>
                  </a:lnTo>
                  <a:lnTo>
                    <a:pt x="1948052" y="825500"/>
                  </a:lnTo>
                  <a:lnTo>
                    <a:pt x="1881377" y="773049"/>
                  </a:lnTo>
                  <a:lnTo>
                    <a:pt x="1817751" y="723900"/>
                  </a:lnTo>
                  <a:lnTo>
                    <a:pt x="1754251" y="669925"/>
                  </a:lnTo>
                  <a:lnTo>
                    <a:pt x="1697101" y="614299"/>
                  </a:lnTo>
                  <a:lnTo>
                    <a:pt x="1644777" y="557149"/>
                  </a:lnTo>
                  <a:lnTo>
                    <a:pt x="1598676" y="495300"/>
                  </a:lnTo>
                  <a:lnTo>
                    <a:pt x="1555877" y="422275"/>
                  </a:lnTo>
                  <a:lnTo>
                    <a:pt x="1519301" y="344424"/>
                  </a:lnTo>
                  <a:lnTo>
                    <a:pt x="1489202" y="261874"/>
                  </a:lnTo>
                  <a:lnTo>
                    <a:pt x="1462151" y="176149"/>
                  </a:lnTo>
                  <a:lnTo>
                    <a:pt x="1438402" y="88900"/>
                  </a:lnTo>
                  <a:lnTo>
                    <a:pt x="1414526" y="0"/>
                  </a:lnTo>
                  <a:close/>
                </a:path>
              </a:pathLst>
            </a:custGeom>
            <a:solidFill>
              <a:srgbClr val="F3F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4775" y="0"/>
              <a:ext cx="1645920" cy="6858000"/>
            </a:xfrm>
            <a:custGeom>
              <a:avLst/>
              <a:gdLst/>
              <a:ahLst/>
              <a:cxnLst/>
              <a:rect l="l" t="t" r="r" b="b"/>
              <a:pathLst>
                <a:path w="1645920" h="6858000">
                  <a:moveTo>
                    <a:pt x="271411" y="0"/>
                  </a:moveTo>
                  <a:lnTo>
                    <a:pt x="0" y="0"/>
                  </a:lnTo>
                  <a:lnTo>
                    <a:pt x="26987" y="66675"/>
                  </a:lnTo>
                  <a:lnTo>
                    <a:pt x="52374" y="139700"/>
                  </a:lnTo>
                  <a:lnTo>
                    <a:pt x="73012" y="217424"/>
                  </a:lnTo>
                  <a:lnTo>
                    <a:pt x="95237" y="299974"/>
                  </a:lnTo>
                  <a:lnTo>
                    <a:pt x="142849" y="477774"/>
                  </a:lnTo>
                  <a:lnTo>
                    <a:pt x="172999" y="565150"/>
                  </a:lnTo>
                  <a:lnTo>
                    <a:pt x="204749" y="652399"/>
                  </a:lnTo>
                  <a:lnTo>
                    <a:pt x="247599" y="738124"/>
                  </a:lnTo>
                  <a:lnTo>
                    <a:pt x="295224" y="819150"/>
                  </a:lnTo>
                  <a:lnTo>
                    <a:pt x="352361" y="895350"/>
                  </a:lnTo>
                  <a:lnTo>
                    <a:pt x="414274" y="963549"/>
                  </a:lnTo>
                  <a:lnTo>
                    <a:pt x="480949" y="1028700"/>
                  </a:lnTo>
                  <a:lnTo>
                    <a:pt x="552323" y="1089025"/>
                  </a:lnTo>
                  <a:lnTo>
                    <a:pt x="622173" y="1144524"/>
                  </a:lnTo>
                  <a:lnTo>
                    <a:pt x="695198" y="1198499"/>
                  </a:lnTo>
                  <a:lnTo>
                    <a:pt x="765048" y="1252474"/>
                  </a:lnTo>
                  <a:lnTo>
                    <a:pt x="830072" y="1304925"/>
                  </a:lnTo>
                  <a:lnTo>
                    <a:pt x="890397" y="1355725"/>
                  </a:lnTo>
                  <a:lnTo>
                    <a:pt x="942848" y="1406525"/>
                  </a:lnTo>
                  <a:lnTo>
                    <a:pt x="984123" y="1460500"/>
                  </a:lnTo>
                  <a:lnTo>
                    <a:pt x="1012571" y="1512824"/>
                  </a:lnTo>
                  <a:lnTo>
                    <a:pt x="1026922" y="1562100"/>
                  </a:lnTo>
                  <a:lnTo>
                    <a:pt x="1034796" y="1616075"/>
                  </a:lnTo>
                  <a:lnTo>
                    <a:pt x="1037971" y="1674749"/>
                  </a:lnTo>
                  <a:lnTo>
                    <a:pt x="1033272" y="1739900"/>
                  </a:lnTo>
                  <a:lnTo>
                    <a:pt x="1026922" y="1808099"/>
                  </a:lnTo>
                  <a:lnTo>
                    <a:pt x="1018921" y="1877949"/>
                  </a:lnTo>
                  <a:lnTo>
                    <a:pt x="1011047" y="1950974"/>
                  </a:lnTo>
                  <a:lnTo>
                    <a:pt x="993521" y="2062099"/>
                  </a:lnTo>
                  <a:lnTo>
                    <a:pt x="984123" y="2171700"/>
                  </a:lnTo>
                  <a:lnTo>
                    <a:pt x="977773" y="2284349"/>
                  </a:lnTo>
                  <a:lnTo>
                    <a:pt x="980948" y="2398649"/>
                  </a:lnTo>
                  <a:lnTo>
                    <a:pt x="996696" y="2512949"/>
                  </a:lnTo>
                  <a:lnTo>
                    <a:pt x="1018921" y="2601849"/>
                  </a:lnTo>
                  <a:lnTo>
                    <a:pt x="1049147" y="2689225"/>
                  </a:lnTo>
                  <a:lnTo>
                    <a:pt x="1087247" y="2771775"/>
                  </a:lnTo>
                  <a:lnTo>
                    <a:pt x="1128522" y="2855849"/>
                  </a:lnTo>
                  <a:lnTo>
                    <a:pt x="1255522" y="3078099"/>
                  </a:lnTo>
                  <a:lnTo>
                    <a:pt x="1290447" y="3140075"/>
                  </a:lnTo>
                  <a:lnTo>
                    <a:pt x="1323721" y="3201924"/>
                  </a:lnTo>
                  <a:lnTo>
                    <a:pt x="1350645" y="3262249"/>
                  </a:lnTo>
                  <a:lnTo>
                    <a:pt x="1371346" y="3321050"/>
                  </a:lnTo>
                  <a:lnTo>
                    <a:pt x="1385570" y="3375025"/>
                  </a:lnTo>
                  <a:lnTo>
                    <a:pt x="1390396" y="3429000"/>
                  </a:lnTo>
                  <a:lnTo>
                    <a:pt x="1385570" y="3482975"/>
                  </a:lnTo>
                  <a:lnTo>
                    <a:pt x="1371346" y="3536950"/>
                  </a:lnTo>
                  <a:lnTo>
                    <a:pt x="1350645" y="3595624"/>
                  </a:lnTo>
                  <a:lnTo>
                    <a:pt x="1323721" y="3655949"/>
                  </a:lnTo>
                  <a:lnTo>
                    <a:pt x="1290447" y="3717925"/>
                  </a:lnTo>
                  <a:lnTo>
                    <a:pt x="1255522" y="3779774"/>
                  </a:lnTo>
                  <a:lnTo>
                    <a:pt x="1128522" y="4002024"/>
                  </a:lnTo>
                  <a:lnTo>
                    <a:pt x="1087247" y="4086225"/>
                  </a:lnTo>
                  <a:lnTo>
                    <a:pt x="1049147" y="4168775"/>
                  </a:lnTo>
                  <a:lnTo>
                    <a:pt x="1018921" y="4256024"/>
                  </a:lnTo>
                  <a:lnTo>
                    <a:pt x="996696" y="4344924"/>
                  </a:lnTo>
                  <a:lnTo>
                    <a:pt x="980948" y="4459224"/>
                  </a:lnTo>
                  <a:lnTo>
                    <a:pt x="977773" y="4573524"/>
                  </a:lnTo>
                  <a:lnTo>
                    <a:pt x="984123" y="4686300"/>
                  </a:lnTo>
                  <a:lnTo>
                    <a:pt x="993521" y="4795774"/>
                  </a:lnTo>
                  <a:lnTo>
                    <a:pt x="1011047" y="4906899"/>
                  </a:lnTo>
                  <a:lnTo>
                    <a:pt x="1018921" y="4979924"/>
                  </a:lnTo>
                  <a:lnTo>
                    <a:pt x="1026922" y="5049774"/>
                  </a:lnTo>
                  <a:lnTo>
                    <a:pt x="1033272" y="5118100"/>
                  </a:lnTo>
                  <a:lnTo>
                    <a:pt x="1037971" y="5183124"/>
                  </a:lnTo>
                  <a:lnTo>
                    <a:pt x="1034796" y="5241925"/>
                  </a:lnTo>
                  <a:lnTo>
                    <a:pt x="1026922" y="5295900"/>
                  </a:lnTo>
                  <a:lnTo>
                    <a:pt x="1012571" y="5345049"/>
                  </a:lnTo>
                  <a:lnTo>
                    <a:pt x="984123" y="5397500"/>
                  </a:lnTo>
                  <a:lnTo>
                    <a:pt x="942848" y="5451475"/>
                  </a:lnTo>
                  <a:lnTo>
                    <a:pt x="890397" y="5502275"/>
                  </a:lnTo>
                  <a:lnTo>
                    <a:pt x="830072" y="5554599"/>
                  </a:lnTo>
                  <a:lnTo>
                    <a:pt x="695198" y="5659437"/>
                  </a:lnTo>
                  <a:lnTo>
                    <a:pt x="622173" y="5713412"/>
                  </a:lnTo>
                  <a:lnTo>
                    <a:pt x="552323" y="5768975"/>
                  </a:lnTo>
                  <a:lnTo>
                    <a:pt x="480949" y="5829300"/>
                  </a:lnTo>
                  <a:lnTo>
                    <a:pt x="414274" y="5894387"/>
                  </a:lnTo>
                  <a:lnTo>
                    <a:pt x="352361" y="5962650"/>
                  </a:lnTo>
                  <a:lnTo>
                    <a:pt x="295224" y="6038850"/>
                  </a:lnTo>
                  <a:lnTo>
                    <a:pt x="247599" y="6119812"/>
                  </a:lnTo>
                  <a:lnTo>
                    <a:pt x="204749" y="6205537"/>
                  </a:lnTo>
                  <a:lnTo>
                    <a:pt x="172999" y="6292850"/>
                  </a:lnTo>
                  <a:lnTo>
                    <a:pt x="142849" y="6380162"/>
                  </a:lnTo>
                  <a:lnTo>
                    <a:pt x="95237" y="6557962"/>
                  </a:lnTo>
                  <a:lnTo>
                    <a:pt x="73012" y="6640512"/>
                  </a:lnTo>
                  <a:lnTo>
                    <a:pt x="52374" y="6718300"/>
                  </a:lnTo>
                  <a:lnTo>
                    <a:pt x="26987" y="6791323"/>
                  </a:lnTo>
                  <a:lnTo>
                    <a:pt x="0" y="6857999"/>
                  </a:lnTo>
                  <a:lnTo>
                    <a:pt x="271411" y="6857999"/>
                  </a:lnTo>
                  <a:lnTo>
                    <a:pt x="298386" y="6770686"/>
                  </a:lnTo>
                  <a:lnTo>
                    <a:pt x="323786" y="6683375"/>
                  </a:lnTo>
                  <a:lnTo>
                    <a:pt x="349186" y="6594475"/>
                  </a:lnTo>
                  <a:lnTo>
                    <a:pt x="371398" y="6503987"/>
                  </a:lnTo>
                  <a:lnTo>
                    <a:pt x="398399" y="6416675"/>
                  </a:lnTo>
                  <a:lnTo>
                    <a:pt x="426974" y="6332537"/>
                  </a:lnTo>
                  <a:lnTo>
                    <a:pt x="463423" y="6253162"/>
                  </a:lnTo>
                  <a:lnTo>
                    <a:pt x="506349" y="6180137"/>
                  </a:lnTo>
                  <a:lnTo>
                    <a:pt x="553974" y="6118225"/>
                  </a:lnTo>
                  <a:lnTo>
                    <a:pt x="606298" y="6059487"/>
                  </a:lnTo>
                  <a:lnTo>
                    <a:pt x="666623" y="6005512"/>
                  </a:lnTo>
                  <a:lnTo>
                    <a:pt x="730123" y="5951537"/>
                  </a:lnTo>
                  <a:lnTo>
                    <a:pt x="931672" y="5797550"/>
                  </a:lnTo>
                  <a:lnTo>
                    <a:pt x="996696" y="5746750"/>
                  </a:lnTo>
                  <a:lnTo>
                    <a:pt x="1058672" y="5692775"/>
                  </a:lnTo>
                  <a:lnTo>
                    <a:pt x="1115822" y="5634037"/>
                  </a:lnTo>
                  <a:lnTo>
                    <a:pt x="1168146" y="5575300"/>
                  </a:lnTo>
                  <a:lnTo>
                    <a:pt x="1211072" y="5511800"/>
                  </a:lnTo>
                  <a:lnTo>
                    <a:pt x="1247521" y="5440299"/>
                  </a:lnTo>
                  <a:lnTo>
                    <a:pt x="1269746" y="5370449"/>
                  </a:lnTo>
                  <a:lnTo>
                    <a:pt x="1284097" y="5292725"/>
                  </a:lnTo>
                  <a:lnTo>
                    <a:pt x="1290447" y="5216525"/>
                  </a:lnTo>
                  <a:lnTo>
                    <a:pt x="1288796" y="5135499"/>
                  </a:lnTo>
                  <a:lnTo>
                    <a:pt x="1282446" y="5054600"/>
                  </a:lnTo>
                  <a:lnTo>
                    <a:pt x="1274572" y="4970399"/>
                  </a:lnTo>
                  <a:lnTo>
                    <a:pt x="1263396" y="4886325"/>
                  </a:lnTo>
                  <a:lnTo>
                    <a:pt x="1250696" y="4802124"/>
                  </a:lnTo>
                  <a:lnTo>
                    <a:pt x="1241171" y="4718050"/>
                  </a:lnTo>
                  <a:lnTo>
                    <a:pt x="1234821" y="4633849"/>
                  </a:lnTo>
                  <a:lnTo>
                    <a:pt x="1230122" y="4552950"/>
                  </a:lnTo>
                  <a:lnTo>
                    <a:pt x="1234821" y="4473575"/>
                  </a:lnTo>
                  <a:lnTo>
                    <a:pt x="1244346" y="4395724"/>
                  </a:lnTo>
                  <a:lnTo>
                    <a:pt x="1265047" y="4314825"/>
                  </a:lnTo>
                  <a:lnTo>
                    <a:pt x="1296797" y="4235450"/>
                  </a:lnTo>
                  <a:lnTo>
                    <a:pt x="1334770" y="4156075"/>
                  </a:lnTo>
                  <a:lnTo>
                    <a:pt x="1377696" y="4076700"/>
                  </a:lnTo>
                  <a:lnTo>
                    <a:pt x="1422146" y="3998849"/>
                  </a:lnTo>
                  <a:lnTo>
                    <a:pt x="1469771" y="3919474"/>
                  </a:lnTo>
                  <a:lnTo>
                    <a:pt x="1512570" y="3840099"/>
                  </a:lnTo>
                  <a:lnTo>
                    <a:pt x="1555496" y="3759200"/>
                  </a:lnTo>
                  <a:lnTo>
                    <a:pt x="1591945" y="3678174"/>
                  </a:lnTo>
                  <a:lnTo>
                    <a:pt x="1620520" y="3597275"/>
                  </a:lnTo>
                  <a:lnTo>
                    <a:pt x="1636395" y="3514725"/>
                  </a:lnTo>
                  <a:lnTo>
                    <a:pt x="1645920" y="3429000"/>
                  </a:lnTo>
                  <a:lnTo>
                    <a:pt x="1636395" y="3343275"/>
                  </a:lnTo>
                  <a:lnTo>
                    <a:pt x="1620520" y="3260725"/>
                  </a:lnTo>
                  <a:lnTo>
                    <a:pt x="1591945" y="3179699"/>
                  </a:lnTo>
                  <a:lnTo>
                    <a:pt x="1555496" y="3098800"/>
                  </a:lnTo>
                  <a:lnTo>
                    <a:pt x="1512570" y="3017774"/>
                  </a:lnTo>
                  <a:lnTo>
                    <a:pt x="1469771" y="2938399"/>
                  </a:lnTo>
                  <a:lnTo>
                    <a:pt x="1422146" y="2859024"/>
                  </a:lnTo>
                  <a:lnTo>
                    <a:pt x="1377696" y="2781300"/>
                  </a:lnTo>
                  <a:lnTo>
                    <a:pt x="1334770" y="2701925"/>
                  </a:lnTo>
                  <a:lnTo>
                    <a:pt x="1296797" y="2622550"/>
                  </a:lnTo>
                  <a:lnTo>
                    <a:pt x="1265047" y="2543175"/>
                  </a:lnTo>
                  <a:lnTo>
                    <a:pt x="1244346" y="2462149"/>
                  </a:lnTo>
                  <a:lnTo>
                    <a:pt x="1234821" y="2384425"/>
                  </a:lnTo>
                  <a:lnTo>
                    <a:pt x="1230122" y="2305050"/>
                  </a:lnTo>
                  <a:lnTo>
                    <a:pt x="1234821" y="2224024"/>
                  </a:lnTo>
                  <a:lnTo>
                    <a:pt x="1241171" y="2139950"/>
                  </a:lnTo>
                  <a:lnTo>
                    <a:pt x="1250696" y="2055749"/>
                  </a:lnTo>
                  <a:lnTo>
                    <a:pt x="1263396" y="1971675"/>
                  </a:lnTo>
                  <a:lnTo>
                    <a:pt x="1274572" y="1887474"/>
                  </a:lnTo>
                  <a:lnTo>
                    <a:pt x="1282446" y="1803400"/>
                  </a:lnTo>
                  <a:lnTo>
                    <a:pt x="1288796" y="1722374"/>
                  </a:lnTo>
                  <a:lnTo>
                    <a:pt x="1290447" y="1641475"/>
                  </a:lnTo>
                  <a:lnTo>
                    <a:pt x="1284097" y="1565275"/>
                  </a:lnTo>
                  <a:lnTo>
                    <a:pt x="1269746" y="1487424"/>
                  </a:lnTo>
                  <a:lnTo>
                    <a:pt x="1247521" y="1417574"/>
                  </a:lnTo>
                  <a:lnTo>
                    <a:pt x="1211072" y="1346200"/>
                  </a:lnTo>
                  <a:lnTo>
                    <a:pt x="1168146" y="1282700"/>
                  </a:lnTo>
                  <a:lnTo>
                    <a:pt x="1115822" y="1223899"/>
                  </a:lnTo>
                  <a:lnTo>
                    <a:pt x="1058672" y="1165225"/>
                  </a:lnTo>
                  <a:lnTo>
                    <a:pt x="996696" y="1111250"/>
                  </a:lnTo>
                  <a:lnTo>
                    <a:pt x="931672" y="1060450"/>
                  </a:lnTo>
                  <a:lnTo>
                    <a:pt x="730123" y="906399"/>
                  </a:lnTo>
                  <a:lnTo>
                    <a:pt x="666623" y="852424"/>
                  </a:lnTo>
                  <a:lnTo>
                    <a:pt x="606298" y="798449"/>
                  </a:lnTo>
                  <a:lnTo>
                    <a:pt x="553974" y="739775"/>
                  </a:lnTo>
                  <a:lnTo>
                    <a:pt x="506349" y="677799"/>
                  </a:lnTo>
                  <a:lnTo>
                    <a:pt x="463423" y="604774"/>
                  </a:lnTo>
                  <a:lnTo>
                    <a:pt x="426974" y="525399"/>
                  </a:lnTo>
                  <a:lnTo>
                    <a:pt x="398399" y="441325"/>
                  </a:lnTo>
                  <a:lnTo>
                    <a:pt x="371398" y="353949"/>
                  </a:lnTo>
                  <a:lnTo>
                    <a:pt x="349186" y="263525"/>
                  </a:lnTo>
                  <a:lnTo>
                    <a:pt x="323786" y="174625"/>
                  </a:lnTo>
                  <a:lnTo>
                    <a:pt x="298386" y="87249"/>
                  </a:lnTo>
                  <a:lnTo>
                    <a:pt x="271411" y="0"/>
                  </a:lnTo>
                  <a:close/>
                </a:path>
              </a:pathLst>
            </a:custGeom>
            <a:solidFill>
              <a:srgbClr val="61B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09977" y="562178"/>
            <a:ext cx="96945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49095" algn="l"/>
                <a:tab pos="5296535" algn="l"/>
                <a:tab pos="6201410" algn="l"/>
              </a:tabLst>
            </a:pPr>
            <a:r>
              <a:rPr sz="4000" spc="-5" dirty="0"/>
              <a:t>M A</a:t>
            </a:r>
            <a:r>
              <a:rPr sz="4000" spc="195" dirty="0"/>
              <a:t> </a:t>
            </a:r>
            <a:r>
              <a:rPr sz="4000" spc="-5" dirty="0"/>
              <a:t>I</a:t>
            </a:r>
            <a:r>
              <a:rPr sz="4000" spc="90" dirty="0"/>
              <a:t> </a:t>
            </a:r>
            <a:r>
              <a:rPr sz="4000" spc="-5" dirty="0"/>
              <a:t>N	C H A L L E N G </a:t>
            </a:r>
            <a:r>
              <a:rPr sz="4000" spc="85" dirty="0"/>
              <a:t> </a:t>
            </a:r>
            <a:r>
              <a:rPr sz="4000" spc="-5" dirty="0"/>
              <a:t>E</a:t>
            </a:r>
            <a:r>
              <a:rPr sz="4000" spc="90" dirty="0"/>
              <a:t> </a:t>
            </a:r>
            <a:r>
              <a:rPr sz="4000" spc="-5" dirty="0"/>
              <a:t>S	T</a:t>
            </a:r>
            <a:r>
              <a:rPr sz="4000" spc="85" dirty="0"/>
              <a:t> </a:t>
            </a:r>
            <a:r>
              <a:rPr sz="4000" spc="-5" dirty="0"/>
              <a:t>O	D E M O C R A C Y</a:t>
            </a:r>
            <a:r>
              <a:rPr sz="4000" spc="85" dirty="0"/>
              <a:t> </a:t>
            </a:r>
            <a:r>
              <a:rPr sz="4000" spc="-5" dirty="0"/>
              <a:t>: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758567" y="1250061"/>
            <a:ext cx="9211945" cy="433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3F3F1"/>
              </a:buClr>
              <a:buFont typeface="Arial"/>
              <a:buChar char="•"/>
              <a:tabLst>
                <a:tab pos="354965" algn="l"/>
                <a:tab pos="355600" algn="l"/>
                <a:tab pos="5213985" algn="l"/>
              </a:tabLst>
            </a:pPr>
            <a:r>
              <a:rPr sz="3200" b="1" spc="725" dirty="0">
                <a:solidFill>
                  <a:srgbClr val="A0D2DD"/>
                </a:solidFill>
                <a:latin typeface="Trebuchet MS"/>
                <a:cs typeface="Trebuchet MS"/>
              </a:rPr>
              <a:t>CORRUPTION</a:t>
            </a:r>
            <a:r>
              <a:rPr sz="3200" b="1" spc="370" dirty="0">
                <a:solidFill>
                  <a:srgbClr val="A0D2DD"/>
                </a:solidFill>
                <a:latin typeface="Trebuchet MS"/>
                <a:cs typeface="Trebuchet MS"/>
              </a:rPr>
              <a:t> </a:t>
            </a:r>
            <a:r>
              <a:rPr sz="3200" b="1" spc="775" dirty="0">
                <a:solidFill>
                  <a:srgbClr val="A0D2DD"/>
                </a:solidFill>
                <a:latin typeface="Trebuchet MS"/>
                <a:cs typeface="Trebuchet MS"/>
              </a:rPr>
              <a:t>AND	</a:t>
            </a:r>
            <a:r>
              <a:rPr sz="3200" b="1" spc="650" dirty="0">
                <a:solidFill>
                  <a:srgbClr val="A0D2DD"/>
                </a:solidFill>
                <a:latin typeface="Trebuchet MS"/>
                <a:cs typeface="Trebuchet MS"/>
              </a:rPr>
              <a:t>INEFFICIENCY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3F3F1"/>
              </a:buClr>
              <a:buFont typeface="Arial"/>
              <a:buChar char="•"/>
            </a:pPr>
            <a:endParaRPr sz="45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lr>
                <a:srgbClr val="F3F3F1"/>
              </a:buClr>
              <a:buFont typeface="Arial"/>
              <a:buChar char="•"/>
              <a:tabLst>
                <a:tab pos="354965" algn="l"/>
                <a:tab pos="355600" algn="l"/>
                <a:tab pos="1852295" algn="l"/>
                <a:tab pos="6241415" algn="l"/>
              </a:tabLst>
            </a:pPr>
            <a:r>
              <a:rPr sz="3200" b="1" spc="575" dirty="0">
                <a:solidFill>
                  <a:srgbClr val="A0D2DD"/>
                </a:solidFill>
                <a:latin typeface="Trebuchet MS"/>
                <a:cs typeface="Trebuchet MS"/>
              </a:rPr>
              <a:t>ROLE	</a:t>
            </a:r>
            <a:r>
              <a:rPr sz="3200" b="1" spc="505" dirty="0">
                <a:solidFill>
                  <a:srgbClr val="A0D2DD"/>
                </a:solidFill>
                <a:latin typeface="Trebuchet MS"/>
                <a:cs typeface="Trebuchet MS"/>
              </a:rPr>
              <a:t>OF</a:t>
            </a:r>
            <a:r>
              <a:rPr sz="3200" b="1" spc="420" dirty="0">
                <a:solidFill>
                  <a:srgbClr val="A0D2DD"/>
                </a:solidFill>
                <a:latin typeface="Trebuchet MS"/>
                <a:cs typeface="Trebuchet MS"/>
              </a:rPr>
              <a:t> </a:t>
            </a:r>
            <a:r>
              <a:rPr sz="3200" b="1" spc="610" dirty="0">
                <a:solidFill>
                  <a:srgbClr val="A0D2DD"/>
                </a:solidFill>
                <a:latin typeface="Trebuchet MS"/>
                <a:cs typeface="Trebuchet MS"/>
              </a:rPr>
              <a:t>ANTI-</a:t>
            </a:r>
            <a:r>
              <a:rPr sz="3200" b="1" spc="-565" dirty="0">
                <a:solidFill>
                  <a:srgbClr val="A0D2DD"/>
                </a:solidFill>
                <a:latin typeface="Trebuchet MS"/>
                <a:cs typeface="Trebuchet MS"/>
              </a:rPr>
              <a:t> </a:t>
            </a:r>
            <a:r>
              <a:rPr sz="3200" b="1" spc="690" dirty="0">
                <a:solidFill>
                  <a:srgbClr val="A0D2DD"/>
                </a:solidFill>
                <a:latin typeface="Trebuchet MS"/>
                <a:cs typeface="Trebuchet MS"/>
              </a:rPr>
              <a:t>SOCIAL	</a:t>
            </a:r>
            <a:r>
              <a:rPr sz="3200" b="1" spc="650" dirty="0">
                <a:solidFill>
                  <a:srgbClr val="A0D2DD"/>
                </a:solidFill>
                <a:latin typeface="Trebuchet MS"/>
                <a:cs typeface="Trebuchet MS"/>
              </a:rPr>
              <a:t>ELEMENTS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200" dirty="0">
                <a:solidFill>
                  <a:srgbClr val="F3F3F1"/>
                </a:solidFill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lr>
                <a:srgbClr val="F3F3F1"/>
              </a:buClr>
              <a:buFont typeface="Arial"/>
              <a:buChar char="•"/>
              <a:tabLst>
                <a:tab pos="354965" algn="l"/>
                <a:tab pos="355600" algn="l"/>
                <a:tab pos="3082925" algn="l"/>
                <a:tab pos="6249035" algn="l"/>
                <a:tab pos="7342505" algn="l"/>
              </a:tabLst>
            </a:pPr>
            <a:r>
              <a:rPr sz="3200" b="1" spc="844" dirty="0">
                <a:solidFill>
                  <a:srgbClr val="A0D2DD"/>
                </a:solidFill>
                <a:latin typeface="Trebuchet MS"/>
                <a:cs typeface="Trebuchet MS"/>
              </a:rPr>
              <a:t>G</a:t>
            </a:r>
            <a:r>
              <a:rPr sz="3200" b="1" spc="560" dirty="0">
                <a:solidFill>
                  <a:srgbClr val="A0D2DD"/>
                </a:solidFill>
                <a:latin typeface="Trebuchet MS"/>
                <a:cs typeface="Trebuchet MS"/>
              </a:rPr>
              <a:t>R</a:t>
            </a:r>
            <a:r>
              <a:rPr sz="3200" b="1" spc="755" dirty="0">
                <a:solidFill>
                  <a:srgbClr val="A0D2DD"/>
                </a:solidFill>
                <a:latin typeface="Trebuchet MS"/>
                <a:cs typeface="Trebuchet MS"/>
              </a:rPr>
              <a:t>O</a:t>
            </a:r>
            <a:r>
              <a:rPr sz="3200" b="1" spc="1305" dirty="0">
                <a:solidFill>
                  <a:srgbClr val="A0D2DD"/>
                </a:solidFill>
                <a:latin typeface="Trebuchet MS"/>
                <a:cs typeface="Trebuchet MS"/>
              </a:rPr>
              <a:t>W</a:t>
            </a:r>
            <a:r>
              <a:rPr sz="3200" b="1" spc="565" dirty="0">
                <a:solidFill>
                  <a:srgbClr val="A0D2DD"/>
                </a:solidFill>
                <a:latin typeface="Trebuchet MS"/>
                <a:cs typeface="Trebuchet MS"/>
              </a:rPr>
              <a:t>I</a:t>
            </a:r>
            <a:r>
              <a:rPr sz="3200" b="1" spc="950" dirty="0">
                <a:solidFill>
                  <a:srgbClr val="A0D2DD"/>
                </a:solidFill>
                <a:latin typeface="Trebuchet MS"/>
                <a:cs typeface="Trebuchet MS"/>
              </a:rPr>
              <a:t>N</a:t>
            </a:r>
            <a:r>
              <a:rPr sz="3200" b="1" spc="455" dirty="0">
                <a:solidFill>
                  <a:srgbClr val="A0D2DD"/>
                </a:solidFill>
                <a:latin typeface="Trebuchet MS"/>
                <a:cs typeface="Trebuchet MS"/>
              </a:rPr>
              <a:t>G</a:t>
            </a:r>
            <a:r>
              <a:rPr sz="3200" b="1" dirty="0">
                <a:solidFill>
                  <a:srgbClr val="A0D2DD"/>
                </a:solidFill>
                <a:latin typeface="Trebuchet MS"/>
                <a:cs typeface="Trebuchet MS"/>
              </a:rPr>
              <a:t>	</a:t>
            </a:r>
            <a:r>
              <a:rPr sz="3200" b="1" spc="595" dirty="0">
                <a:solidFill>
                  <a:srgbClr val="A0D2DD"/>
                </a:solidFill>
                <a:latin typeface="Trebuchet MS"/>
                <a:cs typeface="Trebuchet MS"/>
              </a:rPr>
              <a:t>E</a:t>
            </a:r>
            <a:r>
              <a:rPr sz="3200" b="1" spc="900" dirty="0">
                <a:solidFill>
                  <a:srgbClr val="A0D2DD"/>
                </a:solidFill>
                <a:latin typeface="Trebuchet MS"/>
                <a:cs typeface="Trebuchet MS"/>
              </a:rPr>
              <a:t>C</a:t>
            </a:r>
            <a:r>
              <a:rPr sz="3200" b="1" spc="944" dirty="0">
                <a:solidFill>
                  <a:srgbClr val="A0D2DD"/>
                </a:solidFill>
                <a:latin typeface="Trebuchet MS"/>
                <a:cs typeface="Trebuchet MS"/>
              </a:rPr>
              <a:t>O</a:t>
            </a:r>
            <a:r>
              <a:rPr sz="3200" b="1" spc="950" dirty="0">
                <a:solidFill>
                  <a:srgbClr val="A0D2DD"/>
                </a:solidFill>
                <a:latin typeface="Trebuchet MS"/>
                <a:cs typeface="Trebuchet MS"/>
              </a:rPr>
              <a:t>N</a:t>
            </a:r>
            <a:r>
              <a:rPr sz="3200" b="1" spc="944" dirty="0">
                <a:solidFill>
                  <a:srgbClr val="A0D2DD"/>
                </a:solidFill>
                <a:latin typeface="Trebuchet MS"/>
                <a:cs typeface="Trebuchet MS"/>
              </a:rPr>
              <a:t>O</a:t>
            </a:r>
            <a:r>
              <a:rPr sz="3200" b="1" spc="835" dirty="0">
                <a:solidFill>
                  <a:srgbClr val="A0D2DD"/>
                </a:solidFill>
                <a:latin typeface="Trebuchet MS"/>
                <a:cs typeface="Trebuchet MS"/>
              </a:rPr>
              <a:t>M</a:t>
            </a:r>
            <a:r>
              <a:rPr sz="3200" b="1" spc="565" dirty="0">
                <a:solidFill>
                  <a:srgbClr val="A0D2DD"/>
                </a:solidFill>
                <a:latin typeface="Trebuchet MS"/>
                <a:cs typeface="Trebuchet MS"/>
              </a:rPr>
              <a:t>I</a:t>
            </a:r>
            <a:r>
              <a:rPr sz="3200" b="1" spc="509" dirty="0">
                <a:solidFill>
                  <a:srgbClr val="A0D2DD"/>
                </a:solidFill>
                <a:latin typeface="Trebuchet MS"/>
                <a:cs typeface="Trebuchet MS"/>
              </a:rPr>
              <a:t>C</a:t>
            </a:r>
            <a:r>
              <a:rPr sz="3200" b="1" spc="409" dirty="0">
                <a:solidFill>
                  <a:srgbClr val="A0D2DD"/>
                </a:solidFill>
                <a:latin typeface="Trebuchet MS"/>
                <a:cs typeface="Trebuchet MS"/>
              </a:rPr>
              <a:t> </a:t>
            </a:r>
            <a:r>
              <a:rPr sz="3200" b="1" spc="860" dirty="0">
                <a:solidFill>
                  <a:srgbClr val="A0D2DD"/>
                </a:solidFill>
                <a:latin typeface="Trebuchet MS"/>
                <a:cs typeface="Trebuchet MS"/>
              </a:rPr>
              <a:t>A</a:t>
            </a:r>
            <a:r>
              <a:rPr sz="3200" b="1" spc="950" dirty="0">
                <a:solidFill>
                  <a:srgbClr val="A0D2DD"/>
                </a:solidFill>
                <a:latin typeface="Trebuchet MS"/>
                <a:cs typeface="Trebuchet MS"/>
              </a:rPr>
              <a:t>N</a:t>
            </a:r>
            <a:r>
              <a:rPr sz="3200" b="1" spc="509" dirty="0">
                <a:solidFill>
                  <a:srgbClr val="A0D2DD"/>
                </a:solidFill>
                <a:latin typeface="Trebuchet MS"/>
                <a:cs typeface="Trebuchet MS"/>
              </a:rPr>
              <a:t>D</a:t>
            </a:r>
            <a:r>
              <a:rPr sz="3200" b="1" dirty="0">
                <a:solidFill>
                  <a:srgbClr val="A0D2DD"/>
                </a:solidFill>
                <a:latin typeface="Trebuchet MS"/>
                <a:cs typeface="Trebuchet MS"/>
              </a:rPr>
              <a:t>	</a:t>
            </a:r>
            <a:r>
              <a:rPr sz="3200" b="1" spc="685" dirty="0">
                <a:solidFill>
                  <a:srgbClr val="A0D2DD"/>
                </a:solidFill>
                <a:latin typeface="Trebuchet MS"/>
                <a:cs typeface="Trebuchet MS"/>
              </a:rPr>
              <a:t>S</a:t>
            </a:r>
            <a:r>
              <a:rPr sz="3200" b="1" spc="944" dirty="0">
                <a:solidFill>
                  <a:srgbClr val="A0D2DD"/>
                </a:solidFill>
                <a:latin typeface="Trebuchet MS"/>
                <a:cs typeface="Trebuchet MS"/>
              </a:rPr>
              <a:t>O</a:t>
            </a:r>
            <a:r>
              <a:rPr sz="3200" b="1" spc="900" dirty="0">
                <a:solidFill>
                  <a:srgbClr val="A0D2DD"/>
                </a:solidFill>
                <a:latin typeface="Trebuchet MS"/>
                <a:cs typeface="Trebuchet MS"/>
              </a:rPr>
              <a:t>C</a:t>
            </a:r>
            <a:r>
              <a:rPr sz="3200" b="1" spc="565" dirty="0">
                <a:solidFill>
                  <a:srgbClr val="A0D2DD"/>
                </a:solidFill>
                <a:latin typeface="Trebuchet MS"/>
                <a:cs typeface="Trebuchet MS"/>
              </a:rPr>
              <a:t>I</a:t>
            </a:r>
            <a:r>
              <a:rPr sz="3200" b="1" spc="860" dirty="0">
                <a:solidFill>
                  <a:srgbClr val="A0D2DD"/>
                </a:solidFill>
                <a:latin typeface="Trebuchet MS"/>
                <a:cs typeface="Trebuchet MS"/>
              </a:rPr>
              <a:t>A</a:t>
            </a:r>
            <a:r>
              <a:rPr sz="3200" b="1" spc="140" dirty="0">
                <a:solidFill>
                  <a:srgbClr val="A0D2DD"/>
                </a:solidFill>
                <a:latin typeface="Trebuchet MS"/>
                <a:cs typeface="Trebuchet MS"/>
              </a:rPr>
              <a:t>L  </a:t>
            </a:r>
            <a:r>
              <a:rPr sz="3200" b="1" spc="665" dirty="0">
                <a:solidFill>
                  <a:srgbClr val="A0D2DD"/>
                </a:solidFill>
                <a:latin typeface="Trebuchet MS"/>
                <a:cs typeface="Trebuchet MS"/>
              </a:rPr>
              <a:t>INEQUALITIES</a:t>
            </a:r>
            <a:r>
              <a:rPr sz="3200" b="1" spc="445" dirty="0">
                <a:solidFill>
                  <a:srgbClr val="A0D2DD"/>
                </a:solidFill>
                <a:latin typeface="Trebuchet MS"/>
                <a:cs typeface="Trebuchet MS"/>
              </a:rPr>
              <a:t> </a:t>
            </a:r>
            <a:r>
              <a:rPr sz="3200" b="1" spc="810" dirty="0">
                <a:solidFill>
                  <a:srgbClr val="A0D2DD"/>
                </a:solidFill>
                <a:latin typeface="Trebuchet MS"/>
                <a:cs typeface="Trebuchet MS"/>
              </a:rPr>
              <a:t>AMONG	</a:t>
            </a:r>
            <a:r>
              <a:rPr sz="3200" b="1" spc="590" dirty="0">
                <a:solidFill>
                  <a:srgbClr val="A0D2DD"/>
                </a:solidFill>
                <a:latin typeface="Trebuchet MS"/>
                <a:cs typeface="Trebuchet MS"/>
              </a:rPr>
              <a:t>PEOPLE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3F3F1"/>
              </a:buClr>
              <a:buFont typeface="Arial"/>
              <a:buChar char="•"/>
            </a:pPr>
            <a:endParaRPr sz="36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lr>
                <a:srgbClr val="F3F3F1"/>
              </a:buClr>
              <a:buFont typeface="Arial"/>
              <a:buChar char="•"/>
              <a:tabLst>
                <a:tab pos="354965" algn="l"/>
                <a:tab pos="355600" algn="l"/>
                <a:tab pos="4349750" algn="l"/>
              </a:tabLst>
            </a:pPr>
            <a:r>
              <a:rPr sz="3200" b="1" spc="685" dirty="0">
                <a:solidFill>
                  <a:srgbClr val="A0D2DD"/>
                </a:solidFill>
                <a:latin typeface="Trebuchet MS"/>
                <a:cs typeface="Trebuchet MS"/>
              </a:rPr>
              <a:t>CASTEISM</a:t>
            </a:r>
            <a:r>
              <a:rPr sz="3200" b="1" spc="434" dirty="0">
                <a:solidFill>
                  <a:srgbClr val="A0D2DD"/>
                </a:solidFill>
                <a:latin typeface="Trebuchet MS"/>
                <a:cs typeface="Trebuchet MS"/>
              </a:rPr>
              <a:t> </a:t>
            </a:r>
            <a:r>
              <a:rPr sz="3200" b="1" spc="775" dirty="0">
                <a:solidFill>
                  <a:srgbClr val="A0D2DD"/>
                </a:solidFill>
                <a:latin typeface="Trebuchet MS"/>
                <a:cs typeface="Trebuchet MS"/>
              </a:rPr>
              <a:t>AND	</a:t>
            </a:r>
            <a:r>
              <a:rPr sz="3200" b="1" spc="770" dirty="0">
                <a:solidFill>
                  <a:srgbClr val="A0D2DD"/>
                </a:solidFill>
                <a:latin typeface="Trebuchet MS"/>
                <a:cs typeface="Trebuchet MS"/>
              </a:rPr>
              <a:t>COMMUNALISM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2054" y="297891"/>
            <a:ext cx="86906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50" dirty="0">
                <a:solidFill>
                  <a:srgbClr val="0A082D"/>
                </a:solidFill>
              </a:rPr>
              <a:t>WHAT </a:t>
            </a:r>
            <a:r>
              <a:rPr sz="7200" spc="100" dirty="0">
                <a:solidFill>
                  <a:srgbClr val="0A082D"/>
                </a:solidFill>
              </a:rPr>
              <a:t>IS </a:t>
            </a:r>
            <a:r>
              <a:rPr sz="7200" dirty="0">
                <a:solidFill>
                  <a:srgbClr val="0A082D"/>
                </a:solidFill>
              </a:rPr>
              <a:t>A</a:t>
            </a:r>
            <a:r>
              <a:rPr sz="7200" spc="930" dirty="0">
                <a:solidFill>
                  <a:srgbClr val="0A082D"/>
                </a:solidFill>
              </a:rPr>
              <a:t> </a:t>
            </a:r>
            <a:r>
              <a:rPr sz="7200" spc="175" dirty="0">
                <a:solidFill>
                  <a:srgbClr val="0A082D"/>
                </a:solidFill>
              </a:rPr>
              <a:t>CHALLENGE?</a:t>
            </a:r>
            <a:endParaRPr sz="7200"/>
          </a:p>
        </p:txBody>
      </p:sp>
      <p:sp>
        <p:nvSpPr>
          <p:cNvPr id="3" name="object 3"/>
          <p:cNvSpPr txBox="1"/>
          <p:nvPr/>
        </p:nvSpPr>
        <p:spPr>
          <a:xfrm>
            <a:off x="1702054" y="1823312"/>
            <a:ext cx="9687560" cy="3133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9230">
              <a:lnSpc>
                <a:spcPct val="110100"/>
              </a:lnSpc>
              <a:spcBef>
                <a:spcPts val="100"/>
              </a:spcBef>
            </a:pPr>
            <a:r>
              <a:rPr sz="3600" spc="275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600" spc="-8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600" spc="140" dirty="0">
                <a:solidFill>
                  <a:srgbClr val="006FC0"/>
                </a:solidFill>
                <a:latin typeface="Trebuchet MS"/>
                <a:cs typeface="Trebuchet MS"/>
              </a:rPr>
              <a:t>CHALLENGE</a:t>
            </a:r>
            <a:r>
              <a:rPr sz="3600" spc="-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600" spc="-95" dirty="0">
                <a:solidFill>
                  <a:srgbClr val="006FC0"/>
                </a:solidFill>
                <a:latin typeface="Trebuchet MS"/>
                <a:cs typeface="Trebuchet MS"/>
              </a:rPr>
              <a:t>IS</a:t>
            </a:r>
            <a:r>
              <a:rPr sz="3600" spc="-4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600" spc="275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600" spc="-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600" spc="25" dirty="0">
                <a:solidFill>
                  <a:srgbClr val="006FC0"/>
                </a:solidFill>
                <a:latin typeface="Trebuchet MS"/>
                <a:cs typeface="Trebuchet MS"/>
              </a:rPr>
              <a:t>DIFFICULTY</a:t>
            </a:r>
            <a:r>
              <a:rPr sz="3600" spc="-5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600" spc="85" dirty="0">
                <a:solidFill>
                  <a:srgbClr val="006FC0"/>
                </a:solidFill>
                <a:latin typeface="Trebuchet MS"/>
                <a:cs typeface="Trebuchet MS"/>
              </a:rPr>
              <a:t>THAT</a:t>
            </a:r>
            <a:r>
              <a:rPr sz="3600" spc="-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600" spc="80" dirty="0">
                <a:solidFill>
                  <a:srgbClr val="006FC0"/>
                </a:solidFill>
                <a:latin typeface="Trebuchet MS"/>
                <a:cs typeface="Trebuchet MS"/>
              </a:rPr>
              <a:t>CARRIES  </a:t>
            </a:r>
            <a:r>
              <a:rPr sz="3600" spc="220" dirty="0">
                <a:solidFill>
                  <a:srgbClr val="006FC0"/>
                </a:solidFill>
                <a:latin typeface="Trebuchet MS"/>
                <a:cs typeface="Trebuchet MS"/>
              </a:rPr>
              <a:t>WITHIN</a:t>
            </a:r>
            <a:r>
              <a:rPr sz="3600" spc="-8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006FC0"/>
                </a:solidFill>
                <a:latin typeface="Trebuchet MS"/>
                <a:cs typeface="Trebuchet MS"/>
              </a:rPr>
              <a:t>IT</a:t>
            </a:r>
            <a:r>
              <a:rPr sz="36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600" spc="395" dirty="0">
                <a:solidFill>
                  <a:srgbClr val="006FC0"/>
                </a:solidFill>
                <a:latin typeface="Trebuchet MS"/>
                <a:cs typeface="Trebuchet MS"/>
              </a:rPr>
              <a:t>AN</a:t>
            </a:r>
            <a:r>
              <a:rPr sz="3600" spc="-8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600" spc="120" dirty="0">
                <a:solidFill>
                  <a:srgbClr val="006FC0"/>
                </a:solidFill>
                <a:latin typeface="Trebuchet MS"/>
                <a:cs typeface="Trebuchet MS"/>
              </a:rPr>
              <a:t>OPPORTUNITY</a:t>
            </a:r>
            <a:r>
              <a:rPr sz="3600" spc="-6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600" spc="135" dirty="0">
                <a:solidFill>
                  <a:srgbClr val="006FC0"/>
                </a:solidFill>
                <a:latin typeface="Trebuchet MS"/>
                <a:cs typeface="Trebuchet MS"/>
              </a:rPr>
              <a:t>FOR</a:t>
            </a:r>
            <a:r>
              <a:rPr sz="3600" spc="-8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600" spc="-40" dirty="0">
                <a:solidFill>
                  <a:srgbClr val="006FC0"/>
                </a:solidFill>
                <a:latin typeface="Trebuchet MS"/>
                <a:cs typeface="Trebuchet MS"/>
              </a:rPr>
              <a:t>PROGRESS.</a:t>
            </a:r>
            <a:endParaRPr sz="3600">
              <a:latin typeface="Trebuchet MS"/>
              <a:cs typeface="Trebuchet MS"/>
            </a:endParaRPr>
          </a:p>
          <a:p>
            <a:pPr marL="12700" marR="5080">
              <a:lnSpc>
                <a:spcPct val="110000"/>
              </a:lnSpc>
              <a:spcBef>
                <a:spcPts val="695"/>
              </a:spcBef>
            </a:pPr>
            <a:r>
              <a:rPr sz="3600" spc="-25" dirty="0">
                <a:solidFill>
                  <a:srgbClr val="006FC0"/>
                </a:solidFill>
                <a:latin typeface="Trebuchet MS"/>
                <a:cs typeface="Trebuchet MS"/>
              </a:rPr>
              <a:t>Once </a:t>
            </a:r>
            <a:r>
              <a:rPr sz="3600" spc="-185" dirty="0">
                <a:solidFill>
                  <a:srgbClr val="006FC0"/>
                </a:solidFill>
                <a:latin typeface="Trebuchet MS"/>
                <a:cs typeface="Trebuchet MS"/>
              </a:rPr>
              <a:t>people </a:t>
            </a:r>
            <a:r>
              <a:rPr sz="3600" spc="-145" dirty="0">
                <a:solidFill>
                  <a:srgbClr val="006FC0"/>
                </a:solidFill>
                <a:latin typeface="Trebuchet MS"/>
                <a:cs typeface="Trebuchet MS"/>
              </a:rPr>
              <a:t>overcome </a:t>
            </a:r>
            <a:r>
              <a:rPr sz="3600" spc="-240" dirty="0">
                <a:solidFill>
                  <a:srgbClr val="006FC0"/>
                </a:solidFill>
                <a:latin typeface="Trebuchet MS"/>
                <a:cs typeface="Trebuchet MS"/>
              </a:rPr>
              <a:t>it </a:t>
            </a:r>
            <a:r>
              <a:rPr sz="3600" spc="-535" dirty="0">
                <a:solidFill>
                  <a:srgbClr val="006FC0"/>
                </a:solidFill>
                <a:latin typeface="Trebuchet MS"/>
                <a:cs typeface="Trebuchet MS"/>
              </a:rPr>
              <a:t>, </a:t>
            </a:r>
            <a:r>
              <a:rPr sz="3600" spc="-225" dirty="0">
                <a:solidFill>
                  <a:srgbClr val="006FC0"/>
                </a:solidFill>
                <a:latin typeface="Trebuchet MS"/>
                <a:cs typeface="Trebuchet MS"/>
              </a:rPr>
              <a:t>they </a:t>
            </a:r>
            <a:r>
              <a:rPr sz="3600" spc="-130" dirty="0">
                <a:solidFill>
                  <a:srgbClr val="006FC0"/>
                </a:solidFill>
                <a:latin typeface="Trebuchet MS"/>
                <a:cs typeface="Trebuchet MS"/>
              </a:rPr>
              <a:t>go </a:t>
            </a:r>
            <a:r>
              <a:rPr sz="3600" spc="-190" dirty="0">
                <a:solidFill>
                  <a:srgbClr val="006FC0"/>
                </a:solidFill>
                <a:latin typeface="Trebuchet MS"/>
                <a:cs typeface="Trebuchet MS"/>
              </a:rPr>
              <a:t>up </a:t>
            </a:r>
            <a:r>
              <a:rPr sz="3600" spc="-90" dirty="0">
                <a:solidFill>
                  <a:srgbClr val="006FC0"/>
                </a:solidFill>
                <a:latin typeface="Trebuchet MS"/>
                <a:cs typeface="Trebuchet MS"/>
              </a:rPr>
              <a:t>to </a:t>
            </a:r>
            <a:r>
              <a:rPr sz="3600" spc="-360" dirty="0">
                <a:solidFill>
                  <a:srgbClr val="006FC0"/>
                </a:solidFill>
                <a:latin typeface="Trebuchet MS"/>
                <a:cs typeface="Trebuchet MS"/>
              </a:rPr>
              <a:t>a </a:t>
            </a:r>
            <a:r>
              <a:rPr sz="3600" spc="-185" dirty="0">
                <a:solidFill>
                  <a:srgbClr val="006FC0"/>
                </a:solidFill>
                <a:latin typeface="Trebuchet MS"/>
                <a:cs typeface="Trebuchet MS"/>
              </a:rPr>
              <a:t>higher  </a:t>
            </a:r>
            <a:r>
              <a:rPr sz="3600" spc="-270" dirty="0">
                <a:solidFill>
                  <a:srgbClr val="006FC0"/>
                </a:solidFill>
                <a:latin typeface="Trebuchet MS"/>
                <a:cs typeface="Trebuchet MS"/>
              </a:rPr>
              <a:t>level </a:t>
            </a:r>
            <a:r>
              <a:rPr sz="3600" spc="-235" dirty="0">
                <a:solidFill>
                  <a:srgbClr val="006FC0"/>
                </a:solidFill>
                <a:latin typeface="Trebuchet MS"/>
                <a:cs typeface="Trebuchet MS"/>
              </a:rPr>
              <a:t>than </a:t>
            </a:r>
            <a:r>
              <a:rPr sz="3600" spc="-229" dirty="0">
                <a:solidFill>
                  <a:srgbClr val="006FC0"/>
                </a:solidFill>
                <a:latin typeface="Trebuchet MS"/>
                <a:cs typeface="Trebuchet MS"/>
              </a:rPr>
              <a:t>before. </a:t>
            </a:r>
            <a:r>
              <a:rPr sz="3600" spc="-140" dirty="0">
                <a:solidFill>
                  <a:srgbClr val="006FC0"/>
                </a:solidFill>
                <a:latin typeface="Trebuchet MS"/>
                <a:cs typeface="Trebuchet MS"/>
              </a:rPr>
              <a:t>Every </a:t>
            </a:r>
            <a:r>
              <a:rPr sz="3600" spc="-114" dirty="0">
                <a:solidFill>
                  <a:srgbClr val="006FC0"/>
                </a:solidFill>
                <a:latin typeface="Trebuchet MS"/>
                <a:cs typeface="Trebuchet MS"/>
              </a:rPr>
              <a:t>country </a:t>
            </a:r>
            <a:r>
              <a:rPr sz="3600" spc="-235" dirty="0">
                <a:solidFill>
                  <a:srgbClr val="006FC0"/>
                </a:solidFill>
                <a:latin typeface="Trebuchet MS"/>
                <a:cs typeface="Trebuchet MS"/>
              </a:rPr>
              <a:t>and </a:t>
            </a:r>
            <a:r>
              <a:rPr sz="3600" spc="-175" dirty="0">
                <a:solidFill>
                  <a:srgbClr val="006FC0"/>
                </a:solidFill>
                <a:latin typeface="Trebuchet MS"/>
                <a:cs typeface="Trebuchet MS"/>
              </a:rPr>
              <a:t>every </a:t>
            </a:r>
            <a:r>
              <a:rPr sz="3600" spc="-229" dirty="0">
                <a:solidFill>
                  <a:srgbClr val="006FC0"/>
                </a:solidFill>
                <a:latin typeface="Trebuchet MS"/>
                <a:cs typeface="Trebuchet MS"/>
              </a:rPr>
              <a:t>individual  </a:t>
            </a:r>
            <a:r>
              <a:rPr sz="3600" spc="-310" dirty="0">
                <a:solidFill>
                  <a:srgbClr val="006FC0"/>
                </a:solidFill>
                <a:latin typeface="Trebuchet MS"/>
                <a:cs typeface="Trebuchet MS"/>
              </a:rPr>
              <a:t>face </a:t>
            </a:r>
            <a:r>
              <a:rPr sz="3600" spc="-250" dirty="0">
                <a:solidFill>
                  <a:srgbClr val="006FC0"/>
                </a:solidFill>
                <a:latin typeface="Trebuchet MS"/>
                <a:cs typeface="Trebuchet MS"/>
              </a:rPr>
              <a:t>different </a:t>
            </a:r>
            <a:r>
              <a:rPr sz="3600" spc="-225" dirty="0">
                <a:solidFill>
                  <a:srgbClr val="006FC0"/>
                </a:solidFill>
                <a:latin typeface="Trebuchet MS"/>
                <a:cs typeface="Trebuchet MS"/>
              </a:rPr>
              <a:t>type </a:t>
            </a:r>
            <a:r>
              <a:rPr sz="3600" spc="-190" dirty="0">
                <a:solidFill>
                  <a:srgbClr val="006FC0"/>
                </a:solidFill>
                <a:latin typeface="Trebuchet MS"/>
                <a:cs typeface="Trebuchet MS"/>
              </a:rPr>
              <a:t>of</a:t>
            </a:r>
            <a:r>
              <a:rPr sz="3600" spc="4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600" spc="-260" dirty="0">
                <a:solidFill>
                  <a:srgbClr val="006FC0"/>
                </a:solidFill>
                <a:latin typeface="Trebuchet MS"/>
                <a:cs typeface="Trebuchet MS"/>
              </a:rPr>
              <a:t>challenges.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0578" y="332943"/>
            <a:ext cx="7185025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155" dirty="0">
                <a:solidFill>
                  <a:srgbClr val="0A082D"/>
                </a:solidFill>
              </a:rPr>
              <a:t>FOUNDATIONAL</a:t>
            </a:r>
            <a:r>
              <a:rPr sz="5100" spc="290" dirty="0">
                <a:solidFill>
                  <a:srgbClr val="0A082D"/>
                </a:solidFill>
              </a:rPr>
              <a:t> </a:t>
            </a:r>
            <a:r>
              <a:rPr sz="5100" spc="175" dirty="0">
                <a:solidFill>
                  <a:srgbClr val="0A082D"/>
                </a:solidFill>
              </a:rPr>
              <a:t>CHALLENGE</a:t>
            </a:r>
            <a:endParaRPr sz="5100"/>
          </a:p>
        </p:txBody>
      </p:sp>
      <p:sp>
        <p:nvSpPr>
          <p:cNvPr id="3" name="object 3"/>
          <p:cNvSpPr txBox="1"/>
          <p:nvPr/>
        </p:nvSpPr>
        <p:spPr>
          <a:xfrm>
            <a:off x="1330578" y="1167496"/>
            <a:ext cx="9799320" cy="5060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1594">
              <a:lnSpc>
                <a:spcPct val="110000"/>
              </a:lnSpc>
              <a:spcBef>
                <a:spcPts val="95"/>
              </a:spcBef>
            </a:pPr>
            <a:r>
              <a:rPr sz="2800" spc="-150" dirty="0">
                <a:solidFill>
                  <a:srgbClr val="585858"/>
                </a:solidFill>
                <a:latin typeface="Trebuchet MS"/>
                <a:cs typeface="Trebuchet MS"/>
              </a:rPr>
              <a:t>Foundational </a:t>
            </a:r>
            <a:r>
              <a:rPr sz="2800" spc="-195" dirty="0">
                <a:solidFill>
                  <a:srgbClr val="585858"/>
                </a:solidFill>
                <a:latin typeface="Trebuchet MS"/>
                <a:cs typeface="Trebuchet MS"/>
              </a:rPr>
              <a:t>challenge </a:t>
            </a:r>
            <a:r>
              <a:rPr sz="2800" spc="-155" dirty="0">
                <a:solidFill>
                  <a:srgbClr val="585858"/>
                </a:solidFill>
                <a:latin typeface="Trebuchet MS"/>
                <a:cs typeface="Trebuchet MS"/>
              </a:rPr>
              <a:t>involves </a:t>
            </a:r>
            <a:r>
              <a:rPr sz="2800" spc="-175" dirty="0">
                <a:solidFill>
                  <a:srgbClr val="585858"/>
                </a:solidFill>
                <a:latin typeface="Trebuchet MS"/>
                <a:cs typeface="Trebuchet MS"/>
              </a:rPr>
              <a:t>making </a:t>
            </a:r>
            <a:r>
              <a:rPr sz="2800" spc="-165" dirty="0">
                <a:solidFill>
                  <a:srgbClr val="585858"/>
                </a:solidFill>
                <a:latin typeface="Trebuchet MS"/>
                <a:cs typeface="Trebuchet MS"/>
              </a:rPr>
              <a:t>the </a:t>
            </a:r>
            <a:r>
              <a:rPr sz="2800" spc="-130" dirty="0">
                <a:solidFill>
                  <a:srgbClr val="585858"/>
                </a:solidFill>
                <a:latin typeface="Trebuchet MS"/>
                <a:cs typeface="Trebuchet MS"/>
              </a:rPr>
              <a:t>transition </a:t>
            </a:r>
            <a:r>
              <a:rPr sz="2800" spc="-70" dirty="0">
                <a:solidFill>
                  <a:srgbClr val="585858"/>
                </a:solidFill>
                <a:latin typeface="Trebuchet MS"/>
                <a:cs typeface="Trebuchet MS"/>
              </a:rPr>
              <a:t>to </a:t>
            </a:r>
            <a:r>
              <a:rPr sz="2800" spc="-135" dirty="0">
                <a:solidFill>
                  <a:srgbClr val="585858"/>
                </a:solidFill>
                <a:latin typeface="Trebuchet MS"/>
                <a:cs typeface="Trebuchet MS"/>
              </a:rPr>
              <a:t>democracy  </a:t>
            </a:r>
            <a:r>
              <a:rPr sz="2800" spc="-185" dirty="0">
                <a:solidFill>
                  <a:srgbClr val="585858"/>
                </a:solidFill>
                <a:latin typeface="Trebuchet MS"/>
                <a:cs typeface="Trebuchet MS"/>
              </a:rPr>
              <a:t>and </a:t>
            </a:r>
            <a:r>
              <a:rPr sz="2800" spc="-160" dirty="0">
                <a:solidFill>
                  <a:srgbClr val="585858"/>
                </a:solidFill>
                <a:latin typeface="Trebuchet MS"/>
                <a:cs typeface="Trebuchet MS"/>
              </a:rPr>
              <a:t>then </a:t>
            </a:r>
            <a:r>
              <a:rPr sz="2800" spc="-165" dirty="0">
                <a:solidFill>
                  <a:srgbClr val="585858"/>
                </a:solidFill>
                <a:latin typeface="Trebuchet MS"/>
                <a:cs typeface="Trebuchet MS"/>
              </a:rPr>
              <a:t>instituting </a:t>
            </a:r>
            <a:r>
              <a:rPr sz="2800" spc="-280" dirty="0">
                <a:solidFill>
                  <a:srgbClr val="585858"/>
                </a:solidFill>
                <a:latin typeface="Trebuchet MS"/>
                <a:cs typeface="Trebuchet MS"/>
              </a:rPr>
              <a:t>a </a:t>
            </a:r>
            <a:r>
              <a:rPr sz="2800" spc="-140" dirty="0">
                <a:solidFill>
                  <a:srgbClr val="585858"/>
                </a:solidFill>
                <a:latin typeface="Trebuchet MS"/>
                <a:cs typeface="Trebuchet MS"/>
              </a:rPr>
              <a:t>democratic </a:t>
            </a:r>
            <a:r>
              <a:rPr sz="2800" spc="-135" dirty="0">
                <a:solidFill>
                  <a:srgbClr val="585858"/>
                </a:solidFill>
                <a:latin typeface="Trebuchet MS"/>
                <a:cs typeface="Trebuchet MS"/>
              </a:rPr>
              <a:t>government.This </a:t>
            </a:r>
            <a:r>
              <a:rPr sz="2800" spc="-155" dirty="0">
                <a:solidFill>
                  <a:srgbClr val="585858"/>
                </a:solidFill>
                <a:latin typeface="Trebuchet MS"/>
                <a:cs typeface="Trebuchet MS"/>
              </a:rPr>
              <a:t>involves </a:t>
            </a:r>
            <a:r>
              <a:rPr sz="2800" spc="-150" dirty="0">
                <a:solidFill>
                  <a:srgbClr val="585858"/>
                </a:solidFill>
                <a:latin typeface="Trebuchet MS"/>
                <a:cs typeface="Trebuchet MS"/>
              </a:rPr>
              <a:t>bringing  </a:t>
            </a:r>
            <a:r>
              <a:rPr sz="2800" spc="-85" dirty="0">
                <a:solidFill>
                  <a:srgbClr val="585858"/>
                </a:solidFill>
                <a:latin typeface="Trebuchet MS"/>
                <a:cs typeface="Trebuchet MS"/>
              </a:rPr>
              <a:t>down </a:t>
            </a:r>
            <a:r>
              <a:rPr sz="2800" spc="-165" dirty="0">
                <a:solidFill>
                  <a:srgbClr val="585858"/>
                </a:solidFill>
                <a:latin typeface="Trebuchet MS"/>
                <a:cs typeface="Trebuchet MS"/>
              </a:rPr>
              <a:t>the </a:t>
            </a:r>
            <a:r>
              <a:rPr sz="2800" spc="-145" dirty="0">
                <a:solidFill>
                  <a:srgbClr val="585858"/>
                </a:solidFill>
                <a:latin typeface="Trebuchet MS"/>
                <a:cs typeface="Trebuchet MS"/>
              </a:rPr>
              <a:t>existing </a:t>
            </a:r>
            <a:r>
              <a:rPr sz="2800" spc="-125" dirty="0">
                <a:solidFill>
                  <a:srgbClr val="585858"/>
                </a:solidFill>
                <a:latin typeface="Trebuchet MS"/>
                <a:cs typeface="Trebuchet MS"/>
              </a:rPr>
              <a:t>non-democratic </a:t>
            </a:r>
            <a:r>
              <a:rPr sz="2800" spc="-195" dirty="0">
                <a:solidFill>
                  <a:srgbClr val="585858"/>
                </a:solidFill>
                <a:latin typeface="Trebuchet MS"/>
                <a:cs typeface="Trebuchet MS"/>
              </a:rPr>
              <a:t>regime, </a:t>
            </a:r>
            <a:r>
              <a:rPr sz="2800" spc="-175" dirty="0">
                <a:solidFill>
                  <a:srgbClr val="585858"/>
                </a:solidFill>
                <a:latin typeface="Trebuchet MS"/>
                <a:cs typeface="Trebuchet MS"/>
              </a:rPr>
              <a:t>keeping </a:t>
            </a:r>
            <a:r>
              <a:rPr sz="2800" spc="-160" dirty="0">
                <a:solidFill>
                  <a:srgbClr val="585858"/>
                </a:solidFill>
                <a:latin typeface="Trebuchet MS"/>
                <a:cs typeface="Trebuchet MS"/>
              </a:rPr>
              <a:t>military </a:t>
            </a:r>
            <a:r>
              <a:rPr sz="2800" spc="-250" dirty="0">
                <a:solidFill>
                  <a:srgbClr val="585858"/>
                </a:solidFill>
                <a:latin typeface="Trebuchet MS"/>
                <a:cs typeface="Trebuchet MS"/>
              </a:rPr>
              <a:t>away  </a:t>
            </a:r>
            <a:r>
              <a:rPr sz="2800" spc="-135" dirty="0">
                <a:solidFill>
                  <a:srgbClr val="585858"/>
                </a:solidFill>
                <a:latin typeface="Trebuchet MS"/>
                <a:cs typeface="Trebuchet MS"/>
              </a:rPr>
              <a:t>from </a:t>
            </a:r>
            <a:r>
              <a:rPr sz="2800" spc="-130" dirty="0">
                <a:solidFill>
                  <a:srgbClr val="585858"/>
                </a:solidFill>
                <a:latin typeface="Trebuchet MS"/>
                <a:cs typeface="Trebuchet MS"/>
              </a:rPr>
              <a:t>controlling </a:t>
            </a:r>
            <a:r>
              <a:rPr sz="2800" spc="-140" dirty="0">
                <a:solidFill>
                  <a:srgbClr val="585858"/>
                </a:solidFill>
                <a:latin typeface="Trebuchet MS"/>
                <a:cs typeface="Trebuchet MS"/>
              </a:rPr>
              <a:t>government </a:t>
            </a:r>
            <a:r>
              <a:rPr sz="2800" spc="-185" dirty="0">
                <a:solidFill>
                  <a:srgbClr val="585858"/>
                </a:solidFill>
                <a:latin typeface="Trebuchet MS"/>
                <a:cs typeface="Trebuchet MS"/>
              </a:rPr>
              <a:t>and </a:t>
            </a:r>
            <a:r>
              <a:rPr sz="2800" spc="-165" dirty="0">
                <a:solidFill>
                  <a:srgbClr val="585858"/>
                </a:solidFill>
                <a:latin typeface="Trebuchet MS"/>
                <a:cs typeface="Trebuchet MS"/>
              </a:rPr>
              <a:t>establishing </a:t>
            </a:r>
            <a:r>
              <a:rPr sz="2800" spc="-280" dirty="0">
                <a:solidFill>
                  <a:srgbClr val="585858"/>
                </a:solidFill>
                <a:latin typeface="Trebuchet MS"/>
                <a:cs typeface="Trebuchet MS"/>
              </a:rPr>
              <a:t>a </a:t>
            </a:r>
            <a:r>
              <a:rPr sz="2800" spc="-135" dirty="0">
                <a:solidFill>
                  <a:srgbClr val="585858"/>
                </a:solidFill>
                <a:latin typeface="Trebuchet MS"/>
                <a:cs typeface="Trebuchet MS"/>
              </a:rPr>
              <a:t>sovereign </a:t>
            </a:r>
            <a:r>
              <a:rPr sz="2800" spc="-185" dirty="0">
                <a:solidFill>
                  <a:srgbClr val="585858"/>
                </a:solidFill>
                <a:latin typeface="Trebuchet MS"/>
                <a:cs typeface="Trebuchet MS"/>
              </a:rPr>
              <a:t>and  </a:t>
            </a:r>
            <a:r>
              <a:rPr sz="2800" spc="-175" dirty="0">
                <a:solidFill>
                  <a:srgbClr val="585858"/>
                </a:solidFill>
                <a:latin typeface="Trebuchet MS"/>
                <a:cs typeface="Trebuchet MS"/>
              </a:rPr>
              <a:t>functional</a:t>
            </a:r>
            <a:r>
              <a:rPr sz="2800" spc="-7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800" spc="-204" dirty="0">
                <a:solidFill>
                  <a:srgbClr val="585858"/>
                </a:solidFill>
                <a:latin typeface="Trebuchet MS"/>
                <a:cs typeface="Trebuchet MS"/>
              </a:rPr>
              <a:t>state.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400" spc="-40" dirty="0">
                <a:solidFill>
                  <a:srgbClr val="585858"/>
                </a:solidFill>
                <a:latin typeface="Trebuchet MS"/>
                <a:cs typeface="Trebuchet MS"/>
              </a:rPr>
              <a:t>For</a:t>
            </a:r>
            <a:r>
              <a:rPr sz="2400" spc="-8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400" spc="-235" dirty="0">
                <a:solidFill>
                  <a:srgbClr val="585858"/>
                </a:solidFill>
                <a:latin typeface="Trebuchet MS"/>
                <a:cs typeface="Trebuchet MS"/>
              </a:rPr>
              <a:t>eg:</a:t>
            </a:r>
            <a:endParaRPr sz="2400">
              <a:latin typeface="Trebuchet MS"/>
              <a:cs typeface="Trebuchet MS"/>
            </a:endParaRPr>
          </a:p>
          <a:p>
            <a:pPr marL="241300" marR="265430" indent="-228600">
              <a:lnSpc>
                <a:spcPct val="110000"/>
              </a:lnSpc>
              <a:spcBef>
                <a:spcPts val="710"/>
              </a:spcBef>
              <a:buClr>
                <a:srgbClr val="0A082D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140" dirty="0">
                <a:solidFill>
                  <a:srgbClr val="585858"/>
                </a:solidFill>
                <a:latin typeface="Trebuchet MS"/>
                <a:cs typeface="Trebuchet MS"/>
              </a:rPr>
              <a:t>Pakistan </a:t>
            </a:r>
            <a:r>
              <a:rPr sz="2400" spc="-145" dirty="0">
                <a:solidFill>
                  <a:srgbClr val="585858"/>
                </a:solidFill>
                <a:latin typeface="Trebuchet MS"/>
                <a:cs typeface="Trebuchet MS"/>
              </a:rPr>
              <a:t>still </a:t>
            </a:r>
            <a:r>
              <a:rPr sz="2400" spc="-175" dirty="0">
                <a:solidFill>
                  <a:srgbClr val="585858"/>
                </a:solidFill>
                <a:latin typeface="Trebuchet MS"/>
                <a:cs typeface="Trebuchet MS"/>
              </a:rPr>
              <a:t>faces </a:t>
            </a:r>
            <a:r>
              <a:rPr sz="2400" spc="-145" dirty="0">
                <a:solidFill>
                  <a:srgbClr val="585858"/>
                </a:solidFill>
                <a:latin typeface="Trebuchet MS"/>
                <a:cs typeface="Trebuchet MS"/>
              </a:rPr>
              <a:t>the </a:t>
            </a:r>
            <a:r>
              <a:rPr sz="2400" spc="-165" dirty="0">
                <a:solidFill>
                  <a:srgbClr val="585858"/>
                </a:solidFill>
                <a:latin typeface="Trebuchet MS"/>
                <a:cs typeface="Trebuchet MS"/>
              </a:rPr>
              <a:t>challenge </a:t>
            </a:r>
            <a:r>
              <a:rPr sz="2400" spc="-135" dirty="0">
                <a:solidFill>
                  <a:srgbClr val="585858"/>
                </a:solidFill>
                <a:latin typeface="Trebuchet MS"/>
                <a:cs typeface="Trebuchet MS"/>
              </a:rPr>
              <a:t>of </a:t>
            </a:r>
            <a:r>
              <a:rPr sz="2400" spc="-125" dirty="0">
                <a:solidFill>
                  <a:srgbClr val="585858"/>
                </a:solidFill>
                <a:latin typeface="Trebuchet MS"/>
                <a:cs typeface="Trebuchet MS"/>
              </a:rPr>
              <a:t>foundation </a:t>
            </a:r>
            <a:r>
              <a:rPr sz="2400" spc="-145" dirty="0">
                <a:solidFill>
                  <a:srgbClr val="585858"/>
                </a:solidFill>
                <a:latin typeface="Trebuchet MS"/>
                <a:cs typeface="Trebuchet MS"/>
              </a:rPr>
              <a:t>because </a:t>
            </a:r>
            <a:r>
              <a:rPr sz="2400" spc="-114" dirty="0">
                <a:solidFill>
                  <a:srgbClr val="585858"/>
                </a:solidFill>
                <a:latin typeface="Trebuchet MS"/>
                <a:cs typeface="Trebuchet MS"/>
              </a:rPr>
              <a:t>every </a:t>
            </a:r>
            <a:r>
              <a:rPr sz="2400" spc="-145" dirty="0">
                <a:solidFill>
                  <a:srgbClr val="585858"/>
                </a:solidFill>
                <a:latin typeface="Trebuchet MS"/>
                <a:cs typeface="Trebuchet MS"/>
              </a:rPr>
              <a:t>Pakistani </a:t>
            </a:r>
            <a:r>
              <a:rPr sz="2400" spc="-85" dirty="0">
                <a:solidFill>
                  <a:srgbClr val="585858"/>
                </a:solidFill>
                <a:latin typeface="Trebuchet MS"/>
                <a:cs typeface="Trebuchet MS"/>
              </a:rPr>
              <a:t>ruler  </a:t>
            </a:r>
            <a:r>
              <a:rPr sz="2400" spc="-65" dirty="0">
                <a:solidFill>
                  <a:srgbClr val="585858"/>
                </a:solidFill>
                <a:latin typeface="Trebuchet MS"/>
                <a:cs typeface="Trebuchet MS"/>
              </a:rPr>
              <a:t>bows </a:t>
            </a:r>
            <a:r>
              <a:rPr sz="2400" spc="-75" dirty="0">
                <a:solidFill>
                  <a:srgbClr val="585858"/>
                </a:solidFill>
                <a:latin typeface="Trebuchet MS"/>
                <a:cs typeface="Trebuchet MS"/>
              </a:rPr>
              <a:t>down </a:t>
            </a:r>
            <a:r>
              <a:rPr sz="2400" spc="-60" dirty="0">
                <a:solidFill>
                  <a:srgbClr val="585858"/>
                </a:solidFill>
                <a:latin typeface="Trebuchet MS"/>
                <a:cs typeface="Trebuchet MS"/>
              </a:rPr>
              <a:t>to </a:t>
            </a:r>
            <a:r>
              <a:rPr sz="2400" spc="-145" dirty="0">
                <a:solidFill>
                  <a:srgbClr val="585858"/>
                </a:solidFill>
                <a:latin typeface="Trebuchet MS"/>
                <a:cs typeface="Trebuchet MS"/>
              </a:rPr>
              <a:t>the </a:t>
            </a:r>
            <a:r>
              <a:rPr sz="2400" spc="-140" dirty="0">
                <a:solidFill>
                  <a:srgbClr val="585858"/>
                </a:solidFill>
                <a:latin typeface="Trebuchet MS"/>
                <a:cs typeface="Trebuchet MS"/>
              </a:rPr>
              <a:t>military </a:t>
            </a:r>
            <a:r>
              <a:rPr sz="2400" spc="-160" dirty="0">
                <a:solidFill>
                  <a:srgbClr val="585858"/>
                </a:solidFill>
                <a:latin typeface="Trebuchet MS"/>
                <a:cs typeface="Trebuchet MS"/>
              </a:rPr>
              <a:t>even </a:t>
            </a:r>
            <a:r>
              <a:rPr sz="2400" spc="-229" dirty="0">
                <a:solidFill>
                  <a:srgbClr val="585858"/>
                </a:solidFill>
                <a:latin typeface="Trebuchet MS"/>
                <a:cs typeface="Trebuchet MS"/>
              </a:rPr>
              <a:t>if </a:t>
            </a:r>
            <a:r>
              <a:rPr sz="2400" spc="-155" dirty="0">
                <a:solidFill>
                  <a:srgbClr val="585858"/>
                </a:solidFill>
                <a:latin typeface="Trebuchet MS"/>
                <a:cs typeface="Trebuchet MS"/>
              </a:rPr>
              <a:t>elected </a:t>
            </a:r>
            <a:r>
              <a:rPr sz="2400" spc="-150" dirty="0">
                <a:solidFill>
                  <a:srgbClr val="585858"/>
                </a:solidFill>
                <a:latin typeface="Trebuchet MS"/>
                <a:cs typeface="Trebuchet MS"/>
              </a:rPr>
              <a:t>by people, </a:t>
            </a:r>
            <a:r>
              <a:rPr sz="2400" spc="-60" dirty="0">
                <a:solidFill>
                  <a:srgbClr val="585858"/>
                </a:solidFill>
                <a:latin typeface="Trebuchet MS"/>
                <a:cs typeface="Trebuchet MS"/>
              </a:rPr>
              <a:t>to </a:t>
            </a:r>
            <a:r>
              <a:rPr sz="2400" spc="-150" dirty="0">
                <a:solidFill>
                  <a:srgbClr val="585858"/>
                </a:solidFill>
                <a:latin typeface="Trebuchet MS"/>
                <a:cs typeface="Trebuchet MS"/>
              </a:rPr>
              <a:t>avoid being  </a:t>
            </a:r>
            <a:r>
              <a:rPr sz="2400" spc="-105" dirty="0">
                <a:solidFill>
                  <a:srgbClr val="585858"/>
                </a:solidFill>
                <a:latin typeface="Trebuchet MS"/>
                <a:cs typeface="Trebuchet MS"/>
              </a:rPr>
              <a:t>overthrown.</a:t>
            </a:r>
            <a:endParaRPr sz="2400">
              <a:latin typeface="Trebuchet MS"/>
              <a:cs typeface="Trebuchet MS"/>
            </a:endParaRPr>
          </a:p>
          <a:p>
            <a:pPr marL="241300" marR="5080" indent="-228600">
              <a:lnSpc>
                <a:spcPct val="110000"/>
              </a:lnSpc>
              <a:spcBef>
                <a:spcPts val="695"/>
              </a:spcBef>
              <a:buClr>
                <a:srgbClr val="0A082D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75" dirty="0">
                <a:solidFill>
                  <a:srgbClr val="585858"/>
                </a:solidFill>
                <a:latin typeface="Trebuchet MS"/>
                <a:cs typeface="Trebuchet MS"/>
              </a:rPr>
              <a:t>Nepal </a:t>
            </a:r>
            <a:r>
              <a:rPr sz="2400" spc="-110" dirty="0">
                <a:solidFill>
                  <a:srgbClr val="585858"/>
                </a:solidFill>
                <a:latin typeface="Trebuchet MS"/>
                <a:cs typeface="Trebuchet MS"/>
              </a:rPr>
              <a:t>is </a:t>
            </a:r>
            <a:r>
              <a:rPr sz="2400" spc="-240" dirty="0">
                <a:solidFill>
                  <a:srgbClr val="585858"/>
                </a:solidFill>
                <a:latin typeface="Trebuchet MS"/>
                <a:cs typeface="Trebuchet MS"/>
              </a:rPr>
              <a:t>a </a:t>
            </a:r>
            <a:r>
              <a:rPr sz="2400" spc="-95" dirty="0">
                <a:solidFill>
                  <a:srgbClr val="585858"/>
                </a:solidFill>
                <a:latin typeface="Trebuchet MS"/>
                <a:cs typeface="Trebuchet MS"/>
              </a:rPr>
              <a:t>very </a:t>
            </a:r>
            <a:r>
              <a:rPr sz="2400" spc="-70" dirty="0">
                <a:solidFill>
                  <a:srgbClr val="585858"/>
                </a:solidFill>
                <a:latin typeface="Trebuchet MS"/>
                <a:cs typeface="Trebuchet MS"/>
              </a:rPr>
              <a:t>good </a:t>
            </a:r>
            <a:r>
              <a:rPr sz="2400" spc="-150" dirty="0">
                <a:solidFill>
                  <a:srgbClr val="585858"/>
                </a:solidFill>
                <a:latin typeface="Trebuchet MS"/>
                <a:cs typeface="Trebuchet MS"/>
              </a:rPr>
              <a:t>example </a:t>
            </a:r>
            <a:r>
              <a:rPr sz="2400" spc="-130" dirty="0">
                <a:solidFill>
                  <a:srgbClr val="585858"/>
                </a:solidFill>
                <a:latin typeface="Trebuchet MS"/>
                <a:cs typeface="Trebuchet MS"/>
              </a:rPr>
              <a:t>of </a:t>
            </a:r>
            <a:r>
              <a:rPr sz="2400" spc="-110" dirty="0">
                <a:solidFill>
                  <a:srgbClr val="585858"/>
                </a:solidFill>
                <a:latin typeface="Trebuchet MS"/>
                <a:cs typeface="Trebuchet MS"/>
              </a:rPr>
              <a:t>overcoming </a:t>
            </a:r>
            <a:r>
              <a:rPr sz="2400" spc="-125" dirty="0">
                <a:solidFill>
                  <a:srgbClr val="585858"/>
                </a:solidFill>
                <a:latin typeface="Trebuchet MS"/>
                <a:cs typeface="Trebuchet MS"/>
              </a:rPr>
              <a:t>its </a:t>
            </a:r>
            <a:r>
              <a:rPr sz="2400" spc="-140" dirty="0">
                <a:solidFill>
                  <a:srgbClr val="585858"/>
                </a:solidFill>
                <a:latin typeface="Trebuchet MS"/>
                <a:cs typeface="Trebuchet MS"/>
              </a:rPr>
              <a:t>foundational </a:t>
            </a:r>
            <a:r>
              <a:rPr sz="2400" spc="-165" dirty="0">
                <a:solidFill>
                  <a:srgbClr val="585858"/>
                </a:solidFill>
                <a:latin typeface="Trebuchet MS"/>
                <a:cs typeface="Trebuchet MS"/>
              </a:rPr>
              <a:t>challenge </a:t>
            </a:r>
            <a:r>
              <a:rPr sz="2400" spc="-110" dirty="0">
                <a:solidFill>
                  <a:srgbClr val="585858"/>
                </a:solidFill>
                <a:latin typeface="Trebuchet MS"/>
                <a:cs typeface="Trebuchet MS"/>
              </a:rPr>
              <a:t>where  </a:t>
            </a:r>
            <a:r>
              <a:rPr sz="2400" spc="-125" dirty="0">
                <a:solidFill>
                  <a:srgbClr val="585858"/>
                </a:solidFill>
                <a:latin typeface="Trebuchet MS"/>
                <a:cs typeface="Trebuchet MS"/>
              </a:rPr>
              <a:t>monarchy </a:t>
            </a:r>
            <a:r>
              <a:rPr sz="2400" spc="-120" dirty="0">
                <a:solidFill>
                  <a:srgbClr val="585858"/>
                </a:solidFill>
                <a:latin typeface="Trebuchet MS"/>
                <a:cs typeface="Trebuchet MS"/>
              </a:rPr>
              <a:t>was </a:t>
            </a:r>
            <a:r>
              <a:rPr sz="2400" spc="-150" dirty="0">
                <a:solidFill>
                  <a:srgbClr val="585858"/>
                </a:solidFill>
                <a:latin typeface="Trebuchet MS"/>
                <a:cs typeface="Trebuchet MS"/>
              </a:rPr>
              <a:t>replaced by </a:t>
            </a:r>
            <a:r>
              <a:rPr sz="2400" spc="-120" dirty="0">
                <a:solidFill>
                  <a:srgbClr val="585858"/>
                </a:solidFill>
                <a:latin typeface="Trebuchet MS"/>
                <a:cs typeface="Trebuchet MS"/>
              </a:rPr>
              <a:t>democratic</a:t>
            </a:r>
            <a:r>
              <a:rPr sz="2400" spc="2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585858"/>
                </a:solidFill>
                <a:latin typeface="Trebuchet MS"/>
                <a:cs typeface="Trebuchet MS"/>
              </a:rPr>
              <a:t>government.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3463" y="0"/>
            <a:ext cx="11908790" cy="6858000"/>
          </a:xfrm>
          <a:custGeom>
            <a:avLst/>
            <a:gdLst/>
            <a:ahLst/>
            <a:cxnLst/>
            <a:rect l="l" t="t" r="r" b="b"/>
            <a:pathLst>
              <a:path w="11908790" h="6858000">
                <a:moveTo>
                  <a:pt x="0" y="6858000"/>
                </a:moveTo>
                <a:lnTo>
                  <a:pt x="11908536" y="6858000"/>
                </a:lnTo>
                <a:lnTo>
                  <a:pt x="1190853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3F3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389876" y="0"/>
            <a:ext cx="4802505" cy="6858000"/>
          </a:xfrm>
          <a:custGeom>
            <a:avLst/>
            <a:gdLst/>
            <a:ahLst/>
            <a:cxnLst/>
            <a:rect l="l" t="t" r="r" b="b"/>
            <a:pathLst>
              <a:path w="4802505" h="6858000">
                <a:moveTo>
                  <a:pt x="4802124" y="0"/>
                </a:moveTo>
                <a:lnTo>
                  <a:pt x="0" y="0"/>
                </a:lnTo>
                <a:lnTo>
                  <a:pt x="4699" y="66675"/>
                </a:lnTo>
                <a:lnTo>
                  <a:pt x="12700" y="122174"/>
                </a:lnTo>
                <a:lnTo>
                  <a:pt x="22225" y="174625"/>
                </a:lnTo>
                <a:lnTo>
                  <a:pt x="53975" y="260350"/>
                </a:lnTo>
                <a:lnTo>
                  <a:pt x="73025" y="296799"/>
                </a:lnTo>
                <a:lnTo>
                  <a:pt x="109474" y="369824"/>
                </a:lnTo>
                <a:lnTo>
                  <a:pt x="127000" y="409575"/>
                </a:lnTo>
                <a:lnTo>
                  <a:pt x="142875" y="450850"/>
                </a:lnTo>
                <a:lnTo>
                  <a:pt x="157099" y="496824"/>
                </a:lnTo>
                <a:lnTo>
                  <a:pt x="168275" y="546100"/>
                </a:lnTo>
                <a:lnTo>
                  <a:pt x="176149" y="606425"/>
                </a:lnTo>
                <a:lnTo>
                  <a:pt x="179324" y="673100"/>
                </a:lnTo>
                <a:lnTo>
                  <a:pt x="176149" y="744474"/>
                </a:lnTo>
                <a:lnTo>
                  <a:pt x="168275" y="801624"/>
                </a:lnTo>
                <a:lnTo>
                  <a:pt x="157099" y="854075"/>
                </a:lnTo>
                <a:lnTo>
                  <a:pt x="142875" y="901700"/>
                </a:lnTo>
                <a:lnTo>
                  <a:pt x="127000" y="942975"/>
                </a:lnTo>
                <a:lnTo>
                  <a:pt x="107950" y="981075"/>
                </a:lnTo>
                <a:lnTo>
                  <a:pt x="88900" y="1017524"/>
                </a:lnTo>
                <a:lnTo>
                  <a:pt x="69850" y="1055624"/>
                </a:lnTo>
                <a:lnTo>
                  <a:pt x="52324" y="1095375"/>
                </a:lnTo>
                <a:lnTo>
                  <a:pt x="34925" y="1136650"/>
                </a:lnTo>
                <a:lnTo>
                  <a:pt x="20574" y="1182624"/>
                </a:lnTo>
                <a:lnTo>
                  <a:pt x="11049" y="1235075"/>
                </a:lnTo>
                <a:lnTo>
                  <a:pt x="1524" y="1295400"/>
                </a:lnTo>
                <a:lnTo>
                  <a:pt x="0" y="1363599"/>
                </a:lnTo>
                <a:lnTo>
                  <a:pt x="1524" y="1431925"/>
                </a:lnTo>
                <a:lnTo>
                  <a:pt x="11049" y="1492250"/>
                </a:lnTo>
                <a:lnTo>
                  <a:pt x="20574" y="1544574"/>
                </a:lnTo>
                <a:lnTo>
                  <a:pt x="34925" y="1589024"/>
                </a:lnTo>
                <a:lnTo>
                  <a:pt x="52324" y="1631950"/>
                </a:lnTo>
                <a:lnTo>
                  <a:pt x="69850" y="1671574"/>
                </a:lnTo>
                <a:lnTo>
                  <a:pt x="88900" y="1708150"/>
                </a:lnTo>
                <a:lnTo>
                  <a:pt x="107950" y="1743075"/>
                </a:lnTo>
                <a:lnTo>
                  <a:pt x="127000" y="1782699"/>
                </a:lnTo>
                <a:lnTo>
                  <a:pt x="142875" y="1823974"/>
                </a:lnTo>
                <a:lnTo>
                  <a:pt x="157099" y="1870075"/>
                </a:lnTo>
                <a:lnTo>
                  <a:pt x="168275" y="1922399"/>
                </a:lnTo>
                <a:lnTo>
                  <a:pt x="176149" y="1982724"/>
                </a:lnTo>
                <a:lnTo>
                  <a:pt x="179324" y="2051050"/>
                </a:lnTo>
                <a:lnTo>
                  <a:pt x="176149" y="2119249"/>
                </a:lnTo>
                <a:lnTo>
                  <a:pt x="168275" y="2179574"/>
                </a:lnTo>
                <a:lnTo>
                  <a:pt x="157099" y="2232025"/>
                </a:lnTo>
                <a:lnTo>
                  <a:pt x="142875" y="2277999"/>
                </a:lnTo>
                <a:lnTo>
                  <a:pt x="127000" y="2319274"/>
                </a:lnTo>
                <a:lnTo>
                  <a:pt x="107950" y="2359025"/>
                </a:lnTo>
                <a:lnTo>
                  <a:pt x="88900" y="2395474"/>
                </a:lnTo>
                <a:lnTo>
                  <a:pt x="69850" y="2433574"/>
                </a:lnTo>
                <a:lnTo>
                  <a:pt x="52324" y="2471674"/>
                </a:lnTo>
                <a:lnTo>
                  <a:pt x="34925" y="2512949"/>
                </a:lnTo>
                <a:lnTo>
                  <a:pt x="20574" y="2560574"/>
                </a:lnTo>
                <a:lnTo>
                  <a:pt x="11049" y="2613025"/>
                </a:lnTo>
                <a:lnTo>
                  <a:pt x="1524" y="2671699"/>
                </a:lnTo>
                <a:lnTo>
                  <a:pt x="0" y="2741549"/>
                </a:lnTo>
                <a:lnTo>
                  <a:pt x="1524" y="2809875"/>
                </a:lnTo>
                <a:lnTo>
                  <a:pt x="11049" y="2868549"/>
                </a:lnTo>
                <a:lnTo>
                  <a:pt x="20574" y="2922524"/>
                </a:lnTo>
                <a:lnTo>
                  <a:pt x="34925" y="2966974"/>
                </a:lnTo>
                <a:lnTo>
                  <a:pt x="52324" y="3009900"/>
                </a:lnTo>
                <a:lnTo>
                  <a:pt x="69850" y="3046349"/>
                </a:lnTo>
                <a:lnTo>
                  <a:pt x="88900" y="3084449"/>
                </a:lnTo>
                <a:lnTo>
                  <a:pt x="107950" y="3121025"/>
                </a:lnTo>
                <a:lnTo>
                  <a:pt x="127000" y="3160649"/>
                </a:lnTo>
                <a:lnTo>
                  <a:pt x="142875" y="3201924"/>
                </a:lnTo>
                <a:lnTo>
                  <a:pt x="157099" y="3248025"/>
                </a:lnTo>
                <a:lnTo>
                  <a:pt x="168275" y="3300349"/>
                </a:lnTo>
                <a:lnTo>
                  <a:pt x="176149" y="3360674"/>
                </a:lnTo>
                <a:lnTo>
                  <a:pt x="179324" y="3427349"/>
                </a:lnTo>
                <a:lnTo>
                  <a:pt x="176149" y="3497199"/>
                </a:lnTo>
                <a:lnTo>
                  <a:pt x="168275" y="3557524"/>
                </a:lnTo>
                <a:lnTo>
                  <a:pt x="157099" y="3609975"/>
                </a:lnTo>
                <a:lnTo>
                  <a:pt x="142875" y="3655949"/>
                </a:lnTo>
                <a:lnTo>
                  <a:pt x="127000" y="3697224"/>
                </a:lnTo>
                <a:lnTo>
                  <a:pt x="107950" y="3736975"/>
                </a:lnTo>
                <a:lnTo>
                  <a:pt x="69850" y="3811524"/>
                </a:lnTo>
                <a:lnTo>
                  <a:pt x="52324" y="3848100"/>
                </a:lnTo>
                <a:lnTo>
                  <a:pt x="34925" y="3890899"/>
                </a:lnTo>
                <a:lnTo>
                  <a:pt x="20574" y="3935349"/>
                </a:lnTo>
                <a:lnTo>
                  <a:pt x="11049" y="3987800"/>
                </a:lnTo>
                <a:lnTo>
                  <a:pt x="1524" y="4048125"/>
                </a:lnTo>
                <a:lnTo>
                  <a:pt x="0" y="4116324"/>
                </a:lnTo>
                <a:lnTo>
                  <a:pt x="1524" y="4186174"/>
                </a:lnTo>
                <a:lnTo>
                  <a:pt x="11049" y="4244975"/>
                </a:lnTo>
                <a:lnTo>
                  <a:pt x="20574" y="4297299"/>
                </a:lnTo>
                <a:lnTo>
                  <a:pt x="34925" y="4343400"/>
                </a:lnTo>
                <a:lnTo>
                  <a:pt x="52324" y="4386199"/>
                </a:lnTo>
                <a:lnTo>
                  <a:pt x="69850" y="4424299"/>
                </a:lnTo>
                <a:lnTo>
                  <a:pt x="107950" y="4498975"/>
                </a:lnTo>
                <a:lnTo>
                  <a:pt x="127000" y="4537075"/>
                </a:lnTo>
                <a:lnTo>
                  <a:pt x="142875" y="4579874"/>
                </a:lnTo>
                <a:lnTo>
                  <a:pt x="157099" y="4625975"/>
                </a:lnTo>
                <a:lnTo>
                  <a:pt x="168275" y="4678299"/>
                </a:lnTo>
                <a:lnTo>
                  <a:pt x="176149" y="4738624"/>
                </a:lnTo>
                <a:lnTo>
                  <a:pt x="179324" y="4806950"/>
                </a:lnTo>
                <a:lnTo>
                  <a:pt x="176149" y="4875149"/>
                </a:lnTo>
                <a:lnTo>
                  <a:pt x="168275" y="4935474"/>
                </a:lnTo>
                <a:lnTo>
                  <a:pt x="157099" y="4987925"/>
                </a:lnTo>
                <a:lnTo>
                  <a:pt x="142875" y="5033899"/>
                </a:lnTo>
                <a:lnTo>
                  <a:pt x="127000" y="5075174"/>
                </a:lnTo>
                <a:lnTo>
                  <a:pt x="107950" y="5114925"/>
                </a:lnTo>
                <a:lnTo>
                  <a:pt x="88900" y="5149850"/>
                </a:lnTo>
                <a:lnTo>
                  <a:pt x="69850" y="5186299"/>
                </a:lnTo>
                <a:lnTo>
                  <a:pt x="52324" y="5226050"/>
                </a:lnTo>
                <a:lnTo>
                  <a:pt x="34925" y="5268849"/>
                </a:lnTo>
                <a:lnTo>
                  <a:pt x="20574" y="5313299"/>
                </a:lnTo>
                <a:lnTo>
                  <a:pt x="11049" y="5365750"/>
                </a:lnTo>
                <a:lnTo>
                  <a:pt x="1524" y="5426075"/>
                </a:lnTo>
                <a:lnTo>
                  <a:pt x="0" y="5494274"/>
                </a:lnTo>
                <a:lnTo>
                  <a:pt x="1524" y="5562600"/>
                </a:lnTo>
                <a:lnTo>
                  <a:pt x="11049" y="5622925"/>
                </a:lnTo>
                <a:lnTo>
                  <a:pt x="20574" y="5675312"/>
                </a:lnTo>
                <a:lnTo>
                  <a:pt x="34925" y="5721350"/>
                </a:lnTo>
                <a:lnTo>
                  <a:pt x="52324" y="5762625"/>
                </a:lnTo>
                <a:lnTo>
                  <a:pt x="69850" y="5802312"/>
                </a:lnTo>
                <a:lnTo>
                  <a:pt x="88900" y="5840412"/>
                </a:lnTo>
                <a:lnTo>
                  <a:pt x="107950" y="5876925"/>
                </a:lnTo>
                <a:lnTo>
                  <a:pt x="127000" y="5915025"/>
                </a:lnTo>
                <a:lnTo>
                  <a:pt x="142875" y="5956300"/>
                </a:lnTo>
                <a:lnTo>
                  <a:pt x="157099" y="6003925"/>
                </a:lnTo>
                <a:lnTo>
                  <a:pt x="168275" y="6056312"/>
                </a:lnTo>
                <a:lnTo>
                  <a:pt x="176149" y="6113462"/>
                </a:lnTo>
                <a:lnTo>
                  <a:pt x="179324" y="6183312"/>
                </a:lnTo>
                <a:lnTo>
                  <a:pt x="176149" y="6251575"/>
                </a:lnTo>
                <a:lnTo>
                  <a:pt x="168275" y="6311900"/>
                </a:lnTo>
                <a:lnTo>
                  <a:pt x="157099" y="6361112"/>
                </a:lnTo>
                <a:lnTo>
                  <a:pt x="142875" y="6407150"/>
                </a:lnTo>
                <a:lnTo>
                  <a:pt x="127000" y="6448425"/>
                </a:lnTo>
                <a:lnTo>
                  <a:pt x="109474" y="6488112"/>
                </a:lnTo>
                <a:lnTo>
                  <a:pt x="73025" y="6561137"/>
                </a:lnTo>
                <a:lnTo>
                  <a:pt x="53975" y="6597650"/>
                </a:lnTo>
                <a:lnTo>
                  <a:pt x="22225" y="6683375"/>
                </a:lnTo>
                <a:lnTo>
                  <a:pt x="12700" y="6735761"/>
                </a:lnTo>
                <a:lnTo>
                  <a:pt x="4699" y="6791323"/>
                </a:lnTo>
                <a:lnTo>
                  <a:pt x="0" y="6857999"/>
                </a:lnTo>
                <a:lnTo>
                  <a:pt x="4802124" y="6857999"/>
                </a:lnTo>
                <a:lnTo>
                  <a:pt x="4802124" y="0"/>
                </a:lnTo>
                <a:close/>
              </a:path>
            </a:pathLst>
          </a:custGeom>
          <a:solidFill>
            <a:srgbClr val="0A0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61B4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739" y="749934"/>
            <a:ext cx="73469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70" dirty="0">
                <a:solidFill>
                  <a:srgbClr val="0D1B37"/>
                </a:solidFill>
              </a:rPr>
              <a:t>CHALLENGE </a:t>
            </a:r>
            <a:r>
              <a:rPr sz="5400" spc="95" dirty="0">
                <a:solidFill>
                  <a:srgbClr val="0D1B37"/>
                </a:solidFill>
              </a:rPr>
              <a:t>OF</a:t>
            </a:r>
            <a:r>
              <a:rPr sz="5400" spc="540" dirty="0">
                <a:solidFill>
                  <a:srgbClr val="0D1B37"/>
                </a:solidFill>
              </a:rPr>
              <a:t> </a:t>
            </a:r>
            <a:r>
              <a:rPr sz="5400" spc="155" dirty="0">
                <a:solidFill>
                  <a:srgbClr val="0D1B37"/>
                </a:solidFill>
              </a:rPr>
              <a:t>EXPANSION</a:t>
            </a:r>
            <a:endParaRPr sz="5400"/>
          </a:p>
        </p:txBody>
      </p:sp>
      <p:sp>
        <p:nvSpPr>
          <p:cNvPr id="6" name="object 6"/>
          <p:cNvSpPr txBox="1"/>
          <p:nvPr/>
        </p:nvSpPr>
        <p:spPr>
          <a:xfrm>
            <a:off x="387197" y="1733589"/>
            <a:ext cx="6657340" cy="325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000" spc="-90" dirty="0">
                <a:solidFill>
                  <a:srgbClr val="0D1B37"/>
                </a:solidFill>
                <a:latin typeface="Trebuchet MS"/>
                <a:cs typeface="Trebuchet MS"/>
              </a:rPr>
              <a:t>It </a:t>
            </a:r>
            <a:r>
              <a:rPr sz="2000" spc="-105" dirty="0">
                <a:solidFill>
                  <a:srgbClr val="0D1B37"/>
                </a:solidFill>
                <a:latin typeface="Trebuchet MS"/>
                <a:cs typeface="Trebuchet MS"/>
              </a:rPr>
              <a:t>involves </a:t>
            </a:r>
            <a:r>
              <a:rPr sz="2000" spc="-140" dirty="0">
                <a:solidFill>
                  <a:srgbClr val="0D1B37"/>
                </a:solidFill>
                <a:latin typeface="Trebuchet MS"/>
                <a:cs typeface="Trebuchet MS"/>
              </a:rPr>
              <a:t>applying </a:t>
            </a:r>
            <a:r>
              <a:rPr sz="2000" spc="-114" dirty="0">
                <a:solidFill>
                  <a:srgbClr val="0D1B37"/>
                </a:solidFill>
                <a:latin typeface="Trebuchet MS"/>
                <a:cs typeface="Trebuchet MS"/>
              </a:rPr>
              <a:t>the </a:t>
            </a:r>
            <a:r>
              <a:rPr sz="2000" spc="-120" dirty="0">
                <a:solidFill>
                  <a:srgbClr val="0D1B37"/>
                </a:solidFill>
                <a:latin typeface="Trebuchet MS"/>
                <a:cs typeface="Trebuchet MS"/>
              </a:rPr>
              <a:t>basic </a:t>
            </a:r>
            <a:r>
              <a:rPr sz="2000" spc="-110" dirty="0">
                <a:solidFill>
                  <a:srgbClr val="0D1B37"/>
                </a:solidFill>
                <a:latin typeface="Trebuchet MS"/>
                <a:cs typeface="Trebuchet MS"/>
              </a:rPr>
              <a:t>principle </a:t>
            </a:r>
            <a:r>
              <a:rPr sz="2000" spc="-105" dirty="0">
                <a:solidFill>
                  <a:srgbClr val="0D1B37"/>
                </a:solidFill>
                <a:latin typeface="Trebuchet MS"/>
                <a:cs typeface="Trebuchet MS"/>
              </a:rPr>
              <a:t>of </a:t>
            </a:r>
            <a:r>
              <a:rPr sz="2000" spc="-100" dirty="0">
                <a:solidFill>
                  <a:srgbClr val="0D1B37"/>
                </a:solidFill>
                <a:latin typeface="Trebuchet MS"/>
                <a:cs typeface="Trebuchet MS"/>
              </a:rPr>
              <a:t>democratic government  </a:t>
            </a:r>
            <a:r>
              <a:rPr sz="2000" spc="-70" dirty="0">
                <a:solidFill>
                  <a:srgbClr val="0D1B37"/>
                </a:solidFill>
                <a:latin typeface="Trebuchet MS"/>
                <a:cs typeface="Trebuchet MS"/>
              </a:rPr>
              <a:t>across </a:t>
            </a:r>
            <a:r>
              <a:rPr sz="2000" spc="-175" dirty="0">
                <a:solidFill>
                  <a:srgbClr val="0D1B37"/>
                </a:solidFill>
                <a:latin typeface="Trebuchet MS"/>
                <a:cs typeface="Trebuchet MS"/>
              </a:rPr>
              <a:t>all </a:t>
            </a:r>
            <a:r>
              <a:rPr sz="2000" spc="-114" dirty="0">
                <a:solidFill>
                  <a:srgbClr val="0D1B37"/>
                </a:solidFill>
                <a:latin typeface="Trebuchet MS"/>
                <a:cs typeface="Trebuchet MS"/>
              </a:rPr>
              <a:t>the </a:t>
            </a:r>
            <a:r>
              <a:rPr sz="2000" spc="-105" dirty="0">
                <a:solidFill>
                  <a:srgbClr val="0D1B37"/>
                </a:solidFill>
                <a:latin typeface="Trebuchet MS"/>
                <a:cs typeface="Trebuchet MS"/>
              </a:rPr>
              <a:t>regions, </a:t>
            </a:r>
            <a:r>
              <a:rPr sz="2000" spc="-140" dirty="0">
                <a:solidFill>
                  <a:srgbClr val="0D1B37"/>
                </a:solidFill>
                <a:latin typeface="Trebuchet MS"/>
                <a:cs typeface="Trebuchet MS"/>
              </a:rPr>
              <a:t>different </a:t>
            </a:r>
            <a:r>
              <a:rPr sz="2000" spc="-105" dirty="0">
                <a:solidFill>
                  <a:srgbClr val="0D1B37"/>
                </a:solidFill>
                <a:latin typeface="Trebuchet MS"/>
                <a:cs typeface="Trebuchet MS"/>
              </a:rPr>
              <a:t>social </a:t>
            </a:r>
            <a:r>
              <a:rPr sz="2000" spc="-70" dirty="0">
                <a:solidFill>
                  <a:srgbClr val="0D1B37"/>
                </a:solidFill>
                <a:latin typeface="Trebuchet MS"/>
                <a:cs typeface="Trebuchet MS"/>
              </a:rPr>
              <a:t>groups </a:t>
            </a:r>
            <a:r>
              <a:rPr sz="2000" spc="-130" dirty="0">
                <a:solidFill>
                  <a:srgbClr val="0D1B37"/>
                </a:solidFill>
                <a:latin typeface="Trebuchet MS"/>
                <a:cs typeface="Trebuchet MS"/>
              </a:rPr>
              <a:t>and </a:t>
            </a:r>
            <a:r>
              <a:rPr sz="2000" spc="-75" dirty="0">
                <a:solidFill>
                  <a:srgbClr val="0D1B37"/>
                </a:solidFill>
                <a:latin typeface="Trebuchet MS"/>
                <a:cs typeface="Trebuchet MS"/>
              </a:rPr>
              <a:t>various  </a:t>
            </a:r>
            <a:r>
              <a:rPr sz="2000" spc="-110" dirty="0">
                <a:solidFill>
                  <a:srgbClr val="0D1B37"/>
                </a:solidFill>
                <a:latin typeface="Trebuchet MS"/>
                <a:cs typeface="Trebuchet MS"/>
              </a:rPr>
              <a:t>institutions.</a:t>
            </a:r>
            <a:endParaRPr sz="2000">
              <a:latin typeface="Trebuchet MS"/>
              <a:cs typeface="Trebuchet MS"/>
            </a:endParaRPr>
          </a:p>
          <a:p>
            <a:pPr marL="12700" marR="238760">
              <a:lnSpc>
                <a:spcPct val="120000"/>
              </a:lnSpc>
              <a:spcBef>
                <a:spcPts val="1200"/>
              </a:spcBef>
            </a:pPr>
            <a:r>
              <a:rPr sz="2000" spc="-70" dirty="0">
                <a:solidFill>
                  <a:srgbClr val="0D1B37"/>
                </a:solidFill>
                <a:latin typeface="Trebuchet MS"/>
                <a:cs typeface="Trebuchet MS"/>
              </a:rPr>
              <a:t>Issues </a:t>
            </a:r>
            <a:r>
              <a:rPr sz="2000" spc="-130" dirty="0">
                <a:solidFill>
                  <a:srgbClr val="0D1B37"/>
                </a:solidFill>
                <a:latin typeface="Trebuchet MS"/>
                <a:cs typeface="Trebuchet MS"/>
              </a:rPr>
              <a:t>like </a:t>
            </a:r>
            <a:r>
              <a:rPr sz="2000" spc="-90" dirty="0">
                <a:solidFill>
                  <a:srgbClr val="0D1B37"/>
                </a:solidFill>
                <a:latin typeface="Trebuchet MS"/>
                <a:cs typeface="Trebuchet MS"/>
              </a:rPr>
              <a:t>ensuring </a:t>
            </a:r>
            <a:r>
              <a:rPr sz="2000" spc="-110" dirty="0">
                <a:solidFill>
                  <a:srgbClr val="0D1B37"/>
                </a:solidFill>
                <a:latin typeface="Trebuchet MS"/>
                <a:cs typeface="Trebuchet MS"/>
              </a:rPr>
              <a:t>greater </a:t>
            </a:r>
            <a:r>
              <a:rPr sz="2000" spc="-65" dirty="0">
                <a:solidFill>
                  <a:srgbClr val="0D1B37"/>
                </a:solidFill>
                <a:latin typeface="Trebuchet MS"/>
                <a:cs typeface="Trebuchet MS"/>
              </a:rPr>
              <a:t>power </a:t>
            </a:r>
            <a:r>
              <a:rPr sz="2000" spc="-50" dirty="0">
                <a:solidFill>
                  <a:srgbClr val="0D1B37"/>
                </a:solidFill>
                <a:latin typeface="Trebuchet MS"/>
                <a:cs typeface="Trebuchet MS"/>
              </a:rPr>
              <a:t>to </a:t>
            </a:r>
            <a:r>
              <a:rPr sz="2000" spc="-120" dirty="0">
                <a:solidFill>
                  <a:srgbClr val="0D1B37"/>
                </a:solidFill>
                <a:latin typeface="Trebuchet MS"/>
                <a:cs typeface="Trebuchet MS"/>
              </a:rPr>
              <a:t>local </a:t>
            </a:r>
            <a:r>
              <a:rPr sz="2000" spc="-110" dirty="0">
                <a:solidFill>
                  <a:srgbClr val="0D1B37"/>
                </a:solidFill>
                <a:latin typeface="Trebuchet MS"/>
                <a:cs typeface="Trebuchet MS"/>
              </a:rPr>
              <a:t>governments,  </a:t>
            </a:r>
            <a:r>
              <a:rPr sz="2000" spc="-80" dirty="0">
                <a:solidFill>
                  <a:srgbClr val="0D1B37"/>
                </a:solidFill>
                <a:latin typeface="Trebuchet MS"/>
                <a:cs typeface="Trebuchet MS"/>
              </a:rPr>
              <a:t>extension </a:t>
            </a:r>
            <a:r>
              <a:rPr sz="2000" spc="-105" dirty="0">
                <a:solidFill>
                  <a:srgbClr val="0D1B37"/>
                </a:solidFill>
                <a:latin typeface="Trebuchet MS"/>
                <a:cs typeface="Trebuchet MS"/>
              </a:rPr>
              <a:t>of </a:t>
            </a:r>
            <a:r>
              <a:rPr sz="2000" spc="-140" dirty="0">
                <a:solidFill>
                  <a:srgbClr val="0D1B37"/>
                </a:solidFill>
                <a:latin typeface="Trebuchet MS"/>
                <a:cs typeface="Trebuchet MS"/>
              </a:rPr>
              <a:t>federal </a:t>
            </a:r>
            <a:r>
              <a:rPr sz="2000" spc="-110" dirty="0">
                <a:solidFill>
                  <a:srgbClr val="0D1B37"/>
                </a:solidFill>
                <a:latin typeface="Trebuchet MS"/>
                <a:cs typeface="Trebuchet MS"/>
              </a:rPr>
              <a:t>principle </a:t>
            </a:r>
            <a:r>
              <a:rPr sz="2000" spc="-50" dirty="0">
                <a:solidFill>
                  <a:srgbClr val="0D1B37"/>
                </a:solidFill>
                <a:latin typeface="Trebuchet MS"/>
                <a:cs typeface="Trebuchet MS"/>
              </a:rPr>
              <a:t>to </a:t>
            </a:r>
            <a:r>
              <a:rPr sz="2000" spc="-165" dirty="0">
                <a:solidFill>
                  <a:srgbClr val="0D1B37"/>
                </a:solidFill>
                <a:latin typeface="Trebuchet MS"/>
                <a:cs typeface="Trebuchet MS"/>
              </a:rPr>
              <a:t>all </a:t>
            </a:r>
            <a:r>
              <a:rPr sz="2000" spc="-114" dirty="0">
                <a:solidFill>
                  <a:srgbClr val="0D1B37"/>
                </a:solidFill>
                <a:latin typeface="Trebuchet MS"/>
                <a:cs typeface="Trebuchet MS"/>
              </a:rPr>
              <a:t>the </a:t>
            </a:r>
            <a:r>
              <a:rPr sz="2000" spc="-95" dirty="0">
                <a:solidFill>
                  <a:srgbClr val="0D1B37"/>
                </a:solidFill>
                <a:latin typeface="Trebuchet MS"/>
                <a:cs typeface="Trebuchet MS"/>
              </a:rPr>
              <a:t>units </a:t>
            </a:r>
            <a:r>
              <a:rPr sz="2000" spc="-105" dirty="0">
                <a:solidFill>
                  <a:srgbClr val="0D1B37"/>
                </a:solidFill>
                <a:latin typeface="Trebuchet MS"/>
                <a:cs typeface="Trebuchet MS"/>
              </a:rPr>
              <a:t>of </a:t>
            </a:r>
            <a:r>
              <a:rPr sz="2000" spc="-114" dirty="0">
                <a:solidFill>
                  <a:srgbClr val="0D1B37"/>
                </a:solidFill>
                <a:latin typeface="Trebuchet MS"/>
                <a:cs typeface="Trebuchet MS"/>
              </a:rPr>
              <a:t>the </a:t>
            </a:r>
            <a:r>
              <a:rPr sz="2000" spc="-130" dirty="0">
                <a:solidFill>
                  <a:srgbClr val="0D1B37"/>
                </a:solidFill>
                <a:latin typeface="Trebuchet MS"/>
                <a:cs typeface="Trebuchet MS"/>
              </a:rPr>
              <a:t>federation,  </a:t>
            </a:r>
            <a:r>
              <a:rPr sz="2000" spc="-90" dirty="0">
                <a:solidFill>
                  <a:srgbClr val="0D1B37"/>
                </a:solidFill>
                <a:latin typeface="Trebuchet MS"/>
                <a:cs typeface="Trebuchet MS"/>
              </a:rPr>
              <a:t>inclusion </a:t>
            </a:r>
            <a:r>
              <a:rPr sz="2000" spc="-105" dirty="0">
                <a:solidFill>
                  <a:srgbClr val="0D1B37"/>
                </a:solidFill>
                <a:latin typeface="Trebuchet MS"/>
                <a:cs typeface="Trebuchet MS"/>
              </a:rPr>
              <a:t>of </a:t>
            </a:r>
            <a:r>
              <a:rPr sz="2000" spc="-80" dirty="0">
                <a:solidFill>
                  <a:srgbClr val="0D1B37"/>
                </a:solidFill>
                <a:latin typeface="Trebuchet MS"/>
                <a:cs typeface="Trebuchet MS"/>
              </a:rPr>
              <a:t>women </a:t>
            </a:r>
            <a:r>
              <a:rPr sz="2000" spc="-130" dirty="0">
                <a:solidFill>
                  <a:srgbClr val="0D1B37"/>
                </a:solidFill>
                <a:latin typeface="Trebuchet MS"/>
                <a:cs typeface="Trebuchet MS"/>
              </a:rPr>
              <a:t>and </a:t>
            </a:r>
            <a:r>
              <a:rPr sz="2000" spc="-85" dirty="0">
                <a:solidFill>
                  <a:srgbClr val="0D1B37"/>
                </a:solidFill>
                <a:latin typeface="Trebuchet MS"/>
                <a:cs typeface="Trebuchet MS"/>
              </a:rPr>
              <a:t>minority </a:t>
            </a:r>
            <a:r>
              <a:rPr sz="2000" spc="-100" dirty="0">
                <a:solidFill>
                  <a:srgbClr val="0D1B37"/>
                </a:solidFill>
                <a:latin typeface="Trebuchet MS"/>
                <a:cs typeface="Trebuchet MS"/>
              </a:rPr>
              <a:t>groups, </a:t>
            </a:r>
            <a:r>
              <a:rPr sz="2000" spc="-160" dirty="0">
                <a:solidFill>
                  <a:srgbClr val="0D1B37"/>
                </a:solidFill>
                <a:latin typeface="Trebuchet MS"/>
                <a:cs typeface="Trebuchet MS"/>
              </a:rPr>
              <a:t>etc. </a:t>
            </a:r>
            <a:r>
              <a:rPr sz="2000" spc="-120" dirty="0">
                <a:solidFill>
                  <a:srgbClr val="0D1B37"/>
                </a:solidFill>
                <a:latin typeface="Trebuchet MS"/>
                <a:cs typeface="Trebuchet MS"/>
              </a:rPr>
              <a:t>are</a:t>
            </a:r>
            <a:r>
              <a:rPr sz="2000" spc="-215" dirty="0">
                <a:solidFill>
                  <a:srgbClr val="0D1B37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0D1B37"/>
                </a:solidFill>
                <a:latin typeface="Trebuchet MS"/>
                <a:cs typeface="Trebuchet MS"/>
              </a:rPr>
              <a:t>seen.</a:t>
            </a:r>
            <a:endParaRPr sz="2000">
              <a:latin typeface="Trebuchet MS"/>
              <a:cs typeface="Trebuchet MS"/>
            </a:endParaRPr>
          </a:p>
          <a:p>
            <a:pPr marL="12700" marR="622300">
              <a:lnSpc>
                <a:spcPct val="120000"/>
              </a:lnSpc>
              <a:spcBef>
                <a:spcPts val="1200"/>
              </a:spcBef>
            </a:pPr>
            <a:r>
              <a:rPr sz="2000" spc="-95" dirty="0">
                <a:solidFill>
                  <a:srgbClr val="0D1B37"/>
                </a:solidFill>
                <a:latin typeface="Trebuchet MS"/>
                <a:cs typeface="Trebuchet MS"/>
              </a:rPr>
              <a:t>It </a:t>
            </a:r>
            <a:r>
              <a:rPr sz="2000" spc="-90" dirty="0">
                <a:solidFill>
                  <a:srgbClr val="0D1B37"/>
                </a:solidFill>
                <a:latin typeface="Trebuchet MS"/>
                <a:cs typeface="Trebuchet MS"/>
              </a:rPr>
              <a:t>also </a:t>
            </a:r>
            <a:r>
              <a:rPr sz="2000" spc="-114" dirty="0">
                <a:solidFill>
                  <a:srgbClr val="0D1B37"/>
                </a:solidFill>
                <a:latin typeface="Trebuchet MS"/>
                <a:cs typeface="Trebuchet MS"/>
              </a:rPr>
              <a:t>means </a:t>
            </a:r>
            <a:r>
              <a:rPr sz="2000" spc="-30" dirty="0">
                <a:solidFill>
                  <a:srgbClr val="0D1B37"/>
                </a:solidFill>
                <a:latin typeface="Trebuchet MS"/>
                <a:cs typeface="Trebuchet MS"/>
              </a:rPr>
              <a:t>no </a:t>
            </a:r>
            <a:r>
              <a:rPr sz="2000" spc="-90" dirty="0">
                <a:solidFill>
                  <a:srgbClr val="0D1B37"/>
                </a:solidFill>
                <a:latin typeface="Trebuchet MS"/>
                <a:cs typeface="Trebuchet MS"/>
              </a:rPr>
              <a:t>decision </a:t>
            </a:r>
            <a:r>
              <a:rPr sz="2000" spc="-75" dirty="0">
                <a:solidFill>
                  <a:srgbClr val="0D1B37"/>
                </a:solidFill>
                <a:latin typeface="Trebuchet MS"/>
                <a:cs typeface="Trebuchet MS"/>
              </a:rPr>
              <a:t>should </a:t>
            </a:r>
            <a:r>
              <a:rPr sz="2000" spc="-125" dirty="0">
                <a:solidFill>
                  <a:srgbClr val="0D1B37"/>
                </a:solidFill>
                <a:latin typeface="Trebuchet MS"/>
                <a:cs typeface="Trebuchet MS"/>
              </a:rPr>
              <a:t>be </a:t>
            </a:r>
            <a:r>
              <a:rPr sz="2000" spc="-105" dirty="0">
                <a:solidFill>
                  <a:srgbClr val="0D1B37"/>
                </a:solidFill>
                <a:latin typeface="Trebuchet MS"/>
                <a:cs typeface="Trebuchet MS"/>
              </a:rPr>
              <a:t>exclusive of </a:t>
            </a:r>
            <a:r>
              <a:rPr sz="2000" spc="-65" dirty="0">
                <a:solidFill>
                  <a:srgbClr val="0D1B37"/>
                </a:solidFill>
                <a:latin typeface="Trebuchet MS"/>
                <a:cs typeface="Trebuchet MS"/>
              </a:rPr>
              <a:t>control </a:t>
            </a:r>
            <a:r>
              <a:rPr sz="2000" spc="-105" dirty="0">
                <a:solidFill>
                  <a:srgbClr val="0D1B37"/>
                </a:solidFill>
                <a:latin typeface="Trebuchet MS"/>
                <a:cs typeface="Trebuchet MS"/>
              </a:rPr>
              <a:t>of  </a:t>
            </a:r>
            <a:r>
              <a:rPr sz="2000" spc="-130" dirty="0">
                <a:solidFill>
                  <a:srgbClr val="0D1B37"/>
                </a:solidFill>
                <a:latin typeface="Trebuchet MS"/>
                <a:cs typeface="Trebuchet MS"/>
              </a:rPr>
              <a:t>democracy.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17180" y="1420367"/>
            <a:ext cx="3878579" cy="4017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9919" y="152476"/>
            <a:ext cx="7277734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175" dirty="0">
                <a:solidFill>
                  <a:srgbClr val="0A082D"/>
                </a:solidFill>
              </a:rPr>
              <a:t>DEEPENING </a:t>
            </a:r>
            <a:r>
              <a:rPr sz="5100" spc="95" dirty="0">
                <a:solidFill>
                  <a:srgbClr val="0A082D"/>
                </a:solidFill>
              </a:rPr>
              <a:t>OF</a:t>
            </a:r>
            <a:r>
              <a:rPr sz="5100" spc="530" dirty="0">
                <a:solidFill>
                  <a:srgbClr val="0A082D"/>
                </a:solidFill>
              </a:rPr>
              <a:t> </a:t>
            </a:r>
            <a:r>
              <a:rPr sz="5100" spc="175" dirty="0">
                <a:solidFill>
                  <a:srgbClr val="0A082D"/>
                </a:solidFill>
              </a:rPr>
              <a:t>DEMOCRACY</a:t>
            </a:r>
            <a:endParaRPr sz="5100"/>
          </a:p>
        </p:txBody>
      </p:sp>
      <p:sp>
        <p:nvSpPr>
          <p:cNvPr id="3" name="object 3"/>
          <p:cNvSpPr txBox="1"/>
          <p:nvPr/>
        </p:nvSpPr>
        <p:spPr>
          <a:xfrm>
            <a:off x="3669919" y="1021181"/>
            <a:ext cx="8029575" cy="440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8605">
              <a:lnSpc>
                <a:spcPct val="110000"/>
              </a:lnSpc>
              <a:spcBef>
                <a:spcPts val="100"/>
              </a:spcBef>
            </a:pPr>
            <a:r>
              <a:rPr sz="2000" spc="-95" dirty="0">
                <a:solidFill>
                  <a:srgbClr val="585858"/>
                </a:solidFill>
                <a:latin typeface="Trebuchet MS"/>
                <a:cs typeface="Trebuchet MS"/>
              </a:rPr>
              <a:t>It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involves </a:t>
            </a:r>
            <a:r>
              <a:rPr sz="2000" spc="-110" dirty="0">
                <a:solidFill>
                  <a:srgbClr val="585858"/>
                </a:solidFill>
                <a:latin typeface="Trebuchet MS"/>
                <a:cs typeface="Trebuchet MS"/>
              </a:rPr>
              <a:t>strengthening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of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the </a:t>
            </a:r>
            <a:r>
              <a:rPr sz="2000" spc="-95" dirty="0">
                <a:solidFill>
                  <a:srgbClr val="585858"/>
                </a:solidFill>
                <a:latin typeface="Trebuchet MS"/>
                <a:cs typeface="Trebuchet MS"/>
              </a:rPr>
              <a:t>institutions </a:t>
            </a:r>
            <a:r>
              <a:rPr sz="2000" spc="-130" dirty="0">
                <a:solidFill>
                  <a:srgbClr val="585858"/>
                </a:solidFill>
                <a:latin typeface="Trebuchet MS"/>
                <a:cs typeface="Trebuchet MS"/>
              </a:rPr>
              <a:t>and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practices of democracy.This  </a:t>
            </a:r>
            <a:r>
              <a:rPr sz="2000" spc="-75" dirty="0">
                <a:solidFill>
                  <a:srgbClr val="585858"/>
                </a:solidFill>
                <a:latin typeface="Trebuchet MS"/>
                <a:cs typeface="Trebuchet MS"/>
              </a:rPr>
              <a:t>should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happen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in </a:t>
            </a:r>
            <a:r>
              <a:rPr sz="2000" spc="-85" dirty="0">
                <a:solidFill>
                  <a:srgbClr val="585858"/>
                </a:solidFill>
                <a:latin typeface="Trebuchet MS"/>
                <a:cs typeface="Trebuchet MS"/>
              </a:rPr>
              <a:t>such </a:t>
            </a:r>
            <a:r>
              <a:rPr sz="2000" spc="-200" dirty="0">
                <a:solidFill>
                  <a:srgbClr val="585858"/>
                </a:solidFill>
                <a:latin typeface="Trebuchet MS"/>
                <a:cs typeface="Trebuchet MS"/>
              </a:rPr>
              <a:t>a </a:t>
            </a:r>
            <a:r>
              <a:rPr sz="2000" spc="-150" dirty="0">
                <a:solidFill>
                  <a:srgbClr val="585858"/>
                </a:solidFill>
                <a:latin typeface="Trebuchet MS"/>
                <a:cs typeface="Trebuchet MS"/>
              </a:rPr>
              <a:t>way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that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people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can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realise </a:t>
            </a:r>
            <a:r>
              <a:rPr sz="2000" spc="-95" dirty="0">
                <a:solidFill>
                  <a:srgbClr val="585858"/>
                </a:solidFill>
                <a:latin typeface="Trebuchet MS"/>
                <a:cs typeface="Trebuchet MS"/>
              </a:rPr>
              <a:t>their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expectations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of  </a:t>
            </a:r>
            <a:r>
              <a:rPr sz="2000" spc="-130" dirty="0">
                <a:solidFill>
                  <a:srgbClr val="585858"/>
                </a:solidFill>
                <a:latin typeface="Trebuchet MS"/>
                <a:cs typeface="Trebuchet MS"/>
              </a:rPr>
              <a:t>democracy.</a:t>
            </a:r>
            <a:endParaRPr sz="2000">
              <a:latin typeface="Trebuchet MS"/>
              <a:cs typeface="Trebuchet MS"/>
            </a:endParaRPr>
          </a:p>
          <a:p>
            <a:pPr marL="12700" marR="5080" indent="69850">
              <a:lnSpc>
                <a:spcPct val="110000"/>
              </a:lnSpc>
              <a:spcBef>
                <a:spcPts val="695"/>
              </a:spcBef>
            </a:pPr>
            <a:r>
              <a:rPr sz="2000" spc="-75" dirty="0">
                <a:solidFill>
                  <a:srgbClr val="585858"/>
                </a:solidFill>
                <a:latin typeface="Trebuchet MS"/>
                <a:cs typeface="Trebuchet MS"/>
              </a:rPr>
              <a:t>But </a:t>
            </a:r>
            <a:r>
              <a:rPr sz="2000" spc="-70" dirty="0">
                <a:solidFill>
                  <a:srgbClr val="585858"/>
                </a:solidFill>
                <a:latin typeface="Trebuchet MS"/>
                <a:cs typeface="Trebuchet MS"/>
              </a:rPr>
              <a:t>ordinary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people </a:t>
            </a:r>
            <a:r>
              <a:rPr sz="2000" spc="-160" dirty="0">
                <a:solidFill>
                  <a:srgbClr val="585858"/>
                </a:solidFill>
                <a:latin typeface="Trebuchet MS"/>
                <a:cs typeface="Trebuchet MS"/>
              </a:rPr>
              <a:t>have </a:t>
            </a:r>
            <a:r>
              <a:rPr sz="2000" spc="-140" dirty="0">
                <a:solidFill>
                  <a:srgbClr val="585858"/>
                </a:solidFill>
                <a:latin typeface="Trebuchet MS"/>
                <a:cs typeface="Trebuchet MS"/>
              </a:rPr>
              <a:t>different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expectations </a:t>
            </a:r>
            <a:r>
              <a:rPr sz="2000" spc="-90" dirty="0">
                <a:solidFill>
                  <a:srgbClr val="585858"/>
                </a:solidFill>
                <a:latin typeface="Trebuchet MS"/>
                <a:cs typeface="Trebuchet MS"/>
              </a:rPr>
              <a:t>from </a:t>
            </a:r>
            <a:r>
              <a:rPr sz="2000" spc="-95" dirty="0">
                <a:solidFill>
                  <a:srgbClr val="585858"/>
                </a:solidFill>
                <a:latin typeface="Trebuchet MS"/>
                <a:cs typeface="Trebuchet MS"/>
              </a:rPr>
              <a:t>democracy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in </a:t>
            </a:r>
            <a:r>
              <a:rPr sz="2000" spc="-140" dirty="0">
                <a:solidFill>
                  <a:srgbClr val="585858"/>
                </a:solidFill>
                <a:latin typeface="Trebuchet MS"/>
                <a:cs typeface="Trebuchet MS"/>
              </a:rPr>
              <a:t>different 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societies.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Therefore, this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challenge </a:t>
            </a:r>
            <a:r>
              <a:rPr sz="2000" spc="-120" dirty="0">
                <a:solidFill>
                  <a:srgbClr val="585858"/>
                </a:solidFill>
                <a:latin typeface="Trebuchet MS"/>
                <a:cs typeface="Trebuchet MS"/>
              </a:rPr>
              <a:t>takes </a:t>
            </a:r>
            <a:r>
              <a:rPr sz="2000" spc="-140" dirty="0">
                <a:solidFill>
                  <a:srgbClr val="585858"/>
                </a:solidFill>
                <a:latin typeface="Trebuchet MS"/>
                <a:cs typeface="Trebuchet MS"/>
              </a:rPr>
              <a:t>different </a:t>
            </a:r>
            <a:r>
              <a:rPr sz="2000" spc="-120" dirty="0">
                <a:solidFill>
                  <a:srgbClr val="585858"/>
                </a:solidFill>
                <a:latin typeface="Trebuchet MS"/>
                <a:cs typeface="Trebuchet MS"/>
              </a:rPr>
              <a:t>meanings </a:t>
            </a:r>
            <a:r>
              <a:rPr sz="2000" spc="-130" dirty="0">
                <a:solidFill>
                  <a:srgbClr val="585858"/>
                </a:solidFill>
                <a:latin typeface="Trebuchet MS"/>
                <a:cs typeface="Trebuchet MS"/>
              </a:rPr>
              <a:t>and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paths </a:t>
            </a:r>
            <a:r>
              <a:rPr sz="2000" spc="-120" dirty="0">
                <a:solidFill>
                  <a:srgbClr val="585858"/>
                </a:solidFill>
                <a:latin typeface="Trebuchet MS"/>
                <a:cs typeface="Trebuchet MS"/>
              </a:rPr>
              <a:t>in  </a:t>
            </a:r>
            <a:r>
              <a:rPr sz="2000" spc="-140" dirty="0">
                <a:solidFill>
                  <a:srgbClr val="585858"/>
                </a:solidFill>
                <a:latin typeface="Trebuchet MS"/>
                <a:cs typeface="Trebuchet MS"/>
              </a:rPr>
              <a:t>different </a:t>
            </a:r>
            <a:r>
              <a:rPr sz="2000" spc="-90" dirty="0">
                <a:solidFill>
                  <a:srgbClr val="585858"/>
                </a:solidFill>
                <a:latin typeface="Trebuchet MS"/>
                <a:cs typeface="Trebuchet MS"/>
              </a:rPr>
              <a:t>parts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of </a:t>
            </a:r>
            <a:r>
              <a:rPr sz="2000" spc="-120" dirty="0">
                <a:solidFill>
                  <a:srgbClr val="585858"/>
                </a:solidFill>
                <a:latin typeface="Trebuchet MS"/>
                <a:cs typeface="Trebuchet MS"/>
              </a:rPr>
              <a:t>the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world. </a:t>
            </a:r>
            <a:r>
              <a:rPr sz="2000" spc="-50" dirty="0">
                <a:solidFill>
                  <a:srgbClr val="585858"/>
                </a:solidFill>
                <a:latin typeface="Trebuchet MS"/>
                <a:cs typeface="Trebuchet MS"/>
              </a:rPr>
              <a:t>All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in </a:t>
            </a:r>
            <a:r>
              <a:rPr sz="2000" spc="-170" dirty="0">
                <a:solidFill>
                  <a:srgbClr val="585858"/>
                </a:solidFill>
                <a:latin typeface="Trebuchet MS"/>
                <a:cs typeface="Trebuchet MS"/>
              </a:rPr>
              <a:t>all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it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means </a:t>
            </a:r>
            <a:r>
              <a:rPr sz="2000" spc="-110" dirty="0">
                <a:solidFill>
                  <a:srgbClr val="585858"/>
                </a:solidFill>
                <a:latin typeface="Trebuchet MS"/>
                <a:cs typeface="Trebuchet MS"/>
              </a:rPr>
              <a:t>strengthening </a:t>
            </a:r>
            <a:r>
              <a:rPr sz="2000" spc="-70" dirty="0">
                <a:solidFill>
                  <a:srgbClr val="585858"/>
                </a:solidFill>
                <a:latin typeface="Trebuchet MS"/>
                <a:cs typeface="Trebuchet MS"/>
              </a:rPr>
              <a:t>those </a:t>
            </a:r>
            <a:r>
              <a:rPr sz="2000" spc="-95" dirty="0">
                <a:solidFill>
                  <a:srgbClr val="585858"/>
                </a:solidFill>
                <a:latin typeface="Trebuchet MS"/>
                <a:cs typeface="Trebuchet MS"/>
              </a:rPr>
              <a:t>institutions 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that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help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people’s </a:t>
            </a:r>
            <a:r>
              <a:rPr sz="2000" spc="-110" dirty="0">
                <a:solidFill>
                  <a:srgbClr val="585858"/>
                </a:solidFill>
                <a:latin typeface="Trebuchet MS"/>
                <a:cs typeface="Trebuchet MS"/>
              </a:rPr>
              <a:t>participation </a:t>
            </a:r>
            <a:r>
              <a:rPr sz="2000" spc="-130" dirty="0">
                <a:solidFill>
                  <a:srgbClr val="585858"/>
                </a:solidFill>
                <a:latin typeface="Trebuchet MS"/>
                <a:cs typeface="Trebuchet MS"/>
              </a:rPr>
              <a:t>and</a:t>
            </a:r>
            <a:r>
              <a:rPr sz="2000" spc="13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control.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2000" spc="-55" dirty="0">
                <a:solidFill>
                  <a:srgbClr val="585858"/>
                </a:solidFill>
                <a:latin typeface="Trebuchet MS"/>
                <a:cs typeface="Trebuchet MS"/>
              </a:rPr>
              <a:t>This </a:t>
            </a:r>
            <a:r>
              <a:rPr sz="2000" spc="-85" dirty="0">
                <a:solidFill>
                  <a:srgbClr val="585858"/>
                </a:solidFill>
                <a:latin typeface="Trebuchet MS"/>
                <a:cs typeface="Trebuchet MS"/>
              </a:rPr>
              <a:t>requires </a:t>
            </a:r>
            <a:r>
              <a:rPr sz="2000" spc="-145" dirty="0">
                <a:solidFill>
                  <a:srgbClr val="585858"/>
                </a:solidFill>
                <a:latin typeface="Trebuchet MS"/>
                <a:cs typeface="Trebuchet MS"/>
              </a:rPr>
              <a:t>an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attempt </a:t>
            </a:r>
            <a:r>
              <a:rPr sz="2000" spc="-50" dirty="0">
                <a:solidFill>
                  <a:srgbClr val="585858"/>
                </a:solidFill>
                <a:latin typeface="Trebuchet MS"/>
                <a:cs typeface="Trebuchet MS"/>
              </a:rPr>
              <a:t>to </a:t>
            </a:r>
            <a:r>
              <a:rPr sz="2000" spc="-95" dirty="0">
                <a:solidFill>
                  <a:srgbClr val="585858"/>
                </a:solidFill>
                <a:latin typeface="Trebuchet MS"/>
                <a:cs typeface="Trebuchet MS"/>
              </a:rPr>
              <a:t>bring </a:t>
            </a:r>
            <a:r>
              <a:rPr sz="2000" spc="-60" dirty="0">
                <a:solidFill>
                  <a:srgbClr val="585858"/>
                </a:solidFill>
                <a:latin typeface="Trebuchet MS"/>
                <a:cs typeface="Trebuchet MS"/>
              </a:rPr>
              <a:t>down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the </a:t>
            </a:r>
            <a:r>
              <a:rPr sz="2000" spc="-65" dirty="0">
                <a:solidFill>
                  <a:srgbClr val="585858"/>
                </a:solidFill>
                <a:latin typeface="Trebuchet MS"/>
                <a:cs typeface="Trebuchet MS"/>
              </a:rPr>
              <a:t>control </a:t>
            </a:r>
            <a:r>
              <a:rPr sz="2000" spc="-130" dirty="0">
                <a:solidFill>
                  <a:srgbClr val="585858"/>
                </a:solidFill>
                <a:latin typeface="Trebuchet MS"/>
                <a:cs typeface="Trebuchet MS"/>
              </a:rPr>
              <a:t>and influence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of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the</a:t>
            </a:r>
            <a:r>
              <a:rPr sz="2000" spc="229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585858"/>
                </a:solidFill>
                <a:latin typeface="Trebuchet MS"/>
                <a:cs typeface="Trebuchet MS"/>
              </a:rPr>
              <a:t>rich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2000" spc="-130" dirty="0">
                <a:solidFill>
                  <a:srgbClr val="585858"/>
                </a:solidFill>
                <a:latin typeface="Trebuchet MS"/>
                <a:cs typeface="Trebuchet MS"/>
              </a:rPr>
              <a:t>and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powerful people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in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making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governmental</a:t>
            </a:r>
            <a:r>
              <a:rPr sz="2000" spc="12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585858"/>
                </a:solidFill>
                <a:latin typeface="Trebuchet MS"/>
                <a:cs typeface="Trebuchet MS"/>
              </a:rPr>
              <a:t>decision.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2000" spc="-40" dirty="0">
                <a:solidFill>
                  <a:srgbClr val="585858"/>
                </a:solidFill>
                <a:latin typeface="Trebuchet MS"/>
                <a:cs typeface="Trebuchet MS"/>
              </a:rPr>
              <a:t>For</a:t>
            </a:r>
            <a:r>
              <a:rPr sz="2000" spc="-6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95" dirty="0">
                <a:solidFill>
                  <a:srgbClr val="585858"/>
                </a:solidFill>
                <a:latin typeface="Trebuchet MS"/>
                <a:cs typeface="Trebuchet MS"/>
              </a:rPr>
              <a:t>eg: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2000" spc="-85" dirty="0">
                <a:solidFill>
                  <a:srgbClr val="585858"/>
                </a:solidFill>
                <a:latin typeface="Trebuchet MS"/>
                <a:cs typeface="Trebuchet MS"/>
              </a:rPr>
              <a:t>Rule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of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Salvador </a:t>
            </a:r>
            <a:r>
              <a:rPr sz="2000" spc="-85" dirty="0">
                <a:solidFill>
                  <a:srgbClr val="585858"/>
                </a:solidFill>
                <a:latin typeface="Trebuchet MS"/>
                <a:cs typeface="Trebuchet MS"/>
              </a:rPr>
              <a:t>Allende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in </a:t>
            </a:r>
            <a:r>
              <a:rPr sz="2000" spc="-60" dirty="0">
                <a:solidFill>
                  <a:srgbClr val="585858"/>
                </a:solidFill>
                <a:latin typeface="Trebuchet MS"/>
                <a:cs typeface="Trebuchet MS"/>
              </a:rPr>
              <a:t>Chile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was </a:t>
            </a:r>
            <a:r>
              <a:rPr sz="2000" spc="-65" dirty="0">
                <a:solidFill>
                  <a:srgbClr val="585858"/>
                </a:solidFill>
                <a:latin typeface="Trebuchet MS"/>
                <a:cs typeface="Trebuchet MS"/>
              </a:rPr>
              <a:t>opposed </a:t>
            </a:r>
            <a:r>
              <a:rPr sz="2000" spc="-110" dirty="0">
                <a:solidFill>
                  <a:srgbClr val="585858"/>
                </a:solidFill>
                <a:latin typeface="Trebuchet MS"/>
                <a:cs typeface="Trebuchet MS"/>
              </a:rPr>
              <a:t>but </a:t>
            </a:r>
            <a:r>
              <a:rPr sz="2000" spc="-190" dirty="0">
                <a:solidFill>
                  <a:srgbClr val="585858"/>
                </a:solidFill>
                <a:latin typeface="Trebuchet MS"/>
                <a:cs typeface="Trebuchet MS"/>
              </a:rPr>
              <a:t>if </a:t>
            </a:r>
            <a:r>
              <a:rPr sz="2000" spc="-140" dirty="0">
                <a:solidFill>
                  <a:srgbClr val="585858"/>
                </a:solidFill>
                <a:latin typeface="Trebuchet MS"/>
                <a:cs typeface="Trebuchet MS"/>
              </a:rPr>
              <a:t>seen,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it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was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helping</a:t>
            </a:r>
            <a:r>
              <a:rPr sz="2000" spc="15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585858"/>
                </a:solidFill>
                <a:latin typeface="Trebuchet MS"/>
                <a:cs typeface="Trebuchet MS"/>
              </a:rPr>
              <a:t>in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spc="-90" dirty="0">
                <a:solidFill>
                  <a:srgbClr val="585858"/>
                </a:solidFill>
                <a:latin typeface="Trebuchet MS"/>
                <a:cs typeface="Trebuchet MS"/>
              </a:rPr>
              <a:t>overcoming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challenge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of </a:t>
            </a:r>
            <a:r>
              <a:rPr sz="2000" spc="-120" dirty="0">
                <a:solidFill>
                  <a:srgbClr val="585858"/>
                </a:solidFill>
                <a:latin typeface="Trebuchet MS"/>
                <a:cs typeface="Trebuchet MS"/>
              </a:rPr>
              <a:t>deepening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of</a:t>
            </a:r>
            <a:r>
              <a:rPr sz="2000" spc="6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585858"/>
                </a:solidFill>
                <a:latin typeface="Trebuchet MS"/>
                <a:cs typeface="Trebuchet MS"/>
              </a:rPr>
              <a:t>democracy.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020" y="1979676"/>
            <a:ext cx="3430524" cy="3368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4191" y="317703"/>
            <a:ext cx="63341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>
                <a:solidFill>
                  <a:srgbClr val="0A082D"/>
                </a:solidFill>
              </a:rPr>
              <a:t>POLITICAL</a:t>
            </a:r>
            <a:r>
              <a:rPr spc="315" dirty="0">
                <a:solidFill>
                  <a:srgbClr val="0A082D"/>
                </a:solidFill>
              </a:rPr>
              <a:t> </a:t>
            </a:r>
            <a:r>
              <a:rPr spc="165" dirty="0">
                <a:solidFill>
                  <a:srgbClr val="0A082D"/>
                </a:solidFill>
              </a:rPr>
              <a:t>REFORMS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4191" y="1372295"/>
            <a:ext cx="10059035" cy="516509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35"/>
              </a:spcBef>
              <a:buClr>
                <a:srgbClr val="0A082D"/>
              </a:buClr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000" spc="-120" dirty="0">
                <a:solidFill>
                  <a:srgbClr val="585858"/>
                </a:solidFill>
                <a:latin typeface="Trebuchet MS"/>
                <a:cs typeface="Trebuchet MS"/>
              </a:rPr>
              <a:t>Law </a:t>
            </a:r>
            <a:r>
              <a:rPr sz="2000" spc="-110" dirty="0">
                <a:solidFill>
                  <a:srgbClr val="585858"/>
                </a:solidFill>
                <a:latin typeface="Trebuchet MS"/>
                <a:cs typeface="Trebuchet MS"/>
              </a:rPr>
              <a:t>has </a:t>
            </a:r>
            <a:r>
              <a:rPr sz="2000" spc="-145" dirty="0">
                <a:solidFill>
                  <a:srgbClr val="585858"/>
                </a:solidFill>
                <a:latin typeface="Trebuchet MS"/>
                <a:cs typeface="Trebuchet MS"/>
              </a:rPr>
              <a:t>an </a:t>
            </a:r>
            <a:r>
              <a:rPr sz="2000" spc="-95" dirty="0">
                <a:solidFill>
                  <a:srgbClr val="585858"/>
                </a:solidFill>
                <a:latin typeface="Trebuchet MS"/>
                <a:cs typeface="Trebuchet MS"/>
              </a:rPr>
              <a:t>important </a:t>
            </a:r>
            <a:r>
              <a:rPr sz="2000" spc="-75" dirty="0">
                <a:solidFill>
                  <a:srgbClr val="585858"/>
                </a:solidFill>
                <a:latin typeface="Trebuchet MS"/>
                <a:cs typeface="Trebuchet MS"/>
              </a:rPr>
              <a:t>role </a:t>
            </a:r>
            <a:r>
              <a:rPr sz="2000" spc="-50" dirty="0">
                <a:solidFill>
                  <a:srgbClr val="585858"/>
                </a:solidFill>
                <a:latin typeface="Trebuchet MS"/>
                <a:cs typeface="Trebuchet MS"/>
              </a:rPr>
              <a:t>to </a:t>
            </a:r>
            <a:r>
              <a:rPr sz="2000" spc="-165" dirty="0">
                <a:solidFill>
                  <a:srgbClr val="585858"/>
                </a:solidFill>
                <a:latin typeface="Trebuchet MS"/>
                <a:cs typeface="Trebuchet MS"/>
              </a:rPr>
              <a:t>play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in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political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reforms.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Carefully </a:t>
            </a:r>
            <a:r>
              <a:rPr sz="2000" spc="-110" dirty="0">
                <a:solidFill>
                  <a:srgbClr val="585858"/>
                </a:solidFill>
                <a:latin typeface="Trebuchet MS"/>
                <a:cs typeface="Trebuchet MS"/>
              </a:rPr>
              <a:t>developed </a:t>
            </a:r>
            <a:r>
              <a:rPr sz="2000" spc="-120" dirty="0">
                <a:solidFill>
                  <a:srgbClr val="585858"/>
                </a:solidFill>
                <a:latin typeface="Trebuchet MS"/>
                <a:cs typeface="Trebuchet MS"/>
              </a:rPr>
              <a:t>changes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in </a:t>
            </a:r>
            <a:r>
              <a:rPr sz="2000" spc="-160" dirty="0">
                <a:solidFill>
                  <a:srgbClr val="585858"/>
                </a:solidFill>
                <a:latin typeface="Trebuchet MS"/>
                <a:cs typeface="Trebuchet MS"/>
              </a:rPr>
              <a:t>law</a:t>
            </a:r>
            <a:r>
              <a:rPr sz="2000" spc="-7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help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sz="2000" spc="-95" dirty="0">
                <a:solidFill>
                  <a:srgbClr val="585858"/>
                </a:solidFill>
                <a:latin typeface="Trebuchet MS"/>
                <a:cs typeface="Trebuchet MS"/>
              </a:rPr>
              <a:t>discourage </a:t>
            </a:r>
            <a:r>
              <a:rPr sz="2000" spc="-70" dirty="0">
                <a:solidFill>
                  <a:srgbClr val="585858"/>
                </a:solidFill>
                <a:latin typeface="Trebuchet MS"/>
                <a:cs typeface="Trebuchet MS"/>
              </a:rPr>
              <a:t>wrongdoings </a:t>
            </a:r>
            <a:r>
              <a:rPr sz="2000" spc="-130" dirty="0">
                <a:solidFill>
                  <a:srgbClr val="585858"/>
                </a:solidFill>
                <a:latin typeface="Trebuchet MS"/>
                <a:cs typeface="Trebuchet MS"/>
              </a:rPr>
              <a:t>and </a:t>
            </a:r>
            <a:r>
              <a:rPr sz="2000" spc="-95" dirty="0">
                <a:solidFill>
                  <a:srgbClr val="585858"/>
                </a:solidFill>
                <a:latin typeface="Trebuchet MS"/>
                <a:cs typeface="Trebuchet MS"/>
              </a:rPr>
              <a:t>encourage </a:t>
            </a:r>
            <a:r>
              <a:rPr sz="2000" spc="-55" dirty="0">
                <a:solidFill>
                  <a:srgbClr val="585858"/>
                </a:solidFill>
                <a:latin typeface="Trebuchet MS"/>
                <a:cs typeface="Trebuchet MS"/>
              </a:rPr>
              <a:t>good </a:t>
            </a:r>
            <a:r>
              <a:rPr sz="2000" spc="-120" dirty="0">
                <a:solidFill>
                  <a:srgbClr val="585858"/>
                </a:solidFill>
                <a:latin typeface="Trebuchet MS"/>
                <a:cs typeface="Trebuchet MS"/>
              </a:rPr>
              <a:t>political</a:t>
            </a:r>
            <a:r>
              <a:rPr sz="2000" spc="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practices.</a:t>
            </a:r>
            <a:endParaRPr sz="2000">
              <a:latin typeface="Trebuchet MS"/>
              <a:cs typeface="Trebuchet MS"/>
            </a:endParaRPr>
          </a:p>
          <a:p>
            <a:pPr marL="241300" marR="76835" indent="-229235">
              <a:lnSpc>
                <a:spcPct val="110000"/>
              </a:lnSpc>
              <a:spcBef>
                <a:spcPts val="700"/>
              </a:spcBef>
              <a:buClr>
                <a:srgbClr val="0A082D"/>
              </a:buClr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000" spc="-65" dirty="0">
                <a:solidFill>
                  <a:srgbClr val="585858"/>
                </a:solidFill>
                <a:latin typeface="Trebuchet MS"/>
                <a:cs typeface="Trebuchet MS"/>
              </a:rPr>
              <a:t>Democratic </a:t>
            </a:r>
            <a:r>
              <a:rPr sz="2000" spc="-75" dirty="0">
                <a:solidFill>
                  <a:srgbClr val="585858"/>
                </a:solidFill>
                <a:latin typeface="Trebuchet MS"/>
                <a:cs typeface="Trebuchet MS"/>
              </a:rPr>
              <a:t>reforms should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be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taken </a:t>
            </a:r>
            <a:r>
              <a:rPr sz="2000" spc="-65" dirty="0">
                <a:solidFill>
                  <a:srgbClr val="585858"/>
                </a:solidFill>
                <a:latin typeface="Trebuchet MS"/>
                <a:cs typeface="Trebuchet MS"/>
              </a:rPr>
              <a:t>out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by political </a:t>
            </a:r>
            <a:r>
              <a:rPr sz="2000" spc="-120" dirty="0">
                <a:solidFill>
                  <a:srgbClr val="585858"/>
                </a:solidFill>
                <a:latin typeface="Trebuchet MS"/>
                <a:cs typeface="Trebuchet MS"/>
              </a:rPr>
              <a:t>ventures,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parties, </a:t>
            </a:r>
            <a:r>
              <a:rPr sz="2000" spc="-130" dirty="0">
                <a:solidFill>
                  <a:srgbClr val="585858"/>
                </a:solidFill>
                <a:latin typeface="Trebuchet MS"/>
                <a:cs typeface="Trebuchet MS"/>
              </a:rPr>
              <a:t>campaigns and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politically 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attentive</a:t>
            </a:r>
            <a:r>
              <a:rPr sz="2000" spc="-9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585858"/>
                </a:solidFill>
                <a:latin typeface="Trebuchet MS"/>
                <a:cs typeface="Trebuchet MS"/>
              </a:rPr>
              <a:t>subjects.</a:t>
            </a:r>
            <a:endParaRPr sz="2000">
              <a:latin typeface="Trebuchet MS"/>
              <a:cs typeface="Trebuchet MS"/>
            </a:endParaRPr>
          </a:p>
          <a:p>
            <a:pPr marL="241300" marR="87630" indent="-229235">
              <a:lnSpc>
                <a:spcPct val="110000"/>
              </a:lnSpc>
              <a:spcBef>
                <a:spcPts val="705"/>
              </a:spcBef>
              <a:buClr>
                <a:srgbClr val="0A082D"/>
              </a:buClr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000" spc="155" dirty="0">
                <a:solidFill>
                  <a:srgbClr val="585858"/>
                </a:solidFill>
                <a:latin typeface="Trebuchet MS"/>
                <a:cs typeface="Trebuchet MS"/>
              </a:rPr>
              <a:t>A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bill </a:t>
            </a:r>
            <a:r>
              <a:rPr sz="2000" spc="-75" dirty="0">
                <a:solidFill>
                  <a:srgbClr val="585858"/>
                </a:solidFill>
                <a:latin typeface="Trebuchet MS"/>
                <a:cs typeface="Trebuchet MS"/>
              </a:rPr>
              <a:t>should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be </a:t>
            </a:r>
            <a:r>
              <a:rPr sz="2000" spc="-140" dirty="0">
                <a:solidFill>
                  <a:srgbClr val="585858"/>
                </a:solidFill>
                <a:latin typeface="Trebuchet MS"/>
                <a:cs typeface="Trebuchet MS"/>
              </a:rPr>
              <a:t>made </a:t>
            </a:r>
            <a:r>
              <a:rPr sz="2000" spc="-50" dirty="0">
                <a:solidFill>
                  <a:srgbClr val="585858"/>
                </a:solidFill>
                <a:latin typeface="Trebuchet MS"/>
                <a:cs typeface="Trebuchet MS"/>
              </a:rPr>
              <a:t>to </a:t>
            </a:r>
            <a:r>
              <a:rPr sz="2000" spc="-65" dirty="0">
                <a:solidFill>
                  <a:srgbClr val="585858"/>
                </a:solidFill>
                <a:latin typeface="Trebuchet MS"/>
                <a:cs typeface="Trebuchet MS"/>
              </a:rPr>
              <a:t>control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the internal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activities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of </a:t>
            </a:r>
            <a:r>
              <a:rPr sz="2000" spc="-120" dirty="0">
                <a:solidFill>
                  <a:srgbClr val="585858"/>
                </a:solidFill>
                <a:latin typeface="Trebuchet MS"/>
                <a:cs typeface="Trebuchet MS"/>
              </a:rPr>
              <a:t>administrative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parties. Political </a:t>
            </a:r>
            <a:r>
              <a:rPr sz="2000" spc="-80" dirty="0">
                <a:solidFill>
                  <a:srgbClr val="585858"/>
                </a:solidFill>
                <a:latin typeface="Trebuchet MS"/>
                <a:cs typeface="Trebuchet MS"/>
              </a:rPr>
              <a:t>bodies  </a:t>
            </a:r>
            <a:r>
              <a:rPr sz="2000" spc="-75" dirty="0">
                <a:solidFill>
                  <a:srgbClr val="585858"/>
                </a:solidFill>
                <a:latin typeface="Trebuchet MS"/>
                <a:cs typeface="Trebuchet MS"/>
              </a:rPr>
              <a:t>should </a:t>
            </a:r>
            <a:r>
              <a:rPr sz="2000" spc="-140" dirty="0">
                <a:solidFill>
                  <a:srgbClr val="585858"/>
                </a:solidFill>
                <a:latin typeface="Trebuchet MS"/>
                <a:cs typeface="Trebuchet MS"/>
              </a:rPr>
              <a:t>maintain </a:t>
            </a:r>
            <a:r>
              <a:rPr sz="2000" spc="-200" dirty="0">
                <a:solidFill>
                  <a:srgbClr val="585858"/>
                </a:solidFill>
                <a:latin typeface="Trebuchet MS"/>
                <a:cs typeface="Trebuchet MS"/>
              </a:rPr>
              <a:t>a </a:t>
            </a:r>
            <a:r>
              <a:rPr sz="2000" spc="-60" dirty="0">
                <a:solidFill>
                  <a:srgbClr val="585858"/>
                </a:solidFill>
                <a:latin typeface="Trebuchet MS"/>
                <a:cs typeface="Trebuchet MS"/>
              </a:rPr>
              <a:t>record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of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its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members, </a:t>
            </a:r>
            <a:r>
              <a:rPr sz="2000" spc="-50" dirty="0">
                <a:solidFill>
                  <a:srgbClr val="585858"/>
                </a:solidFill>
                <a:latin typeface="Trebuchet MS"/>
                <a:cs typeface="Trebuchet MS"/>
              </a:rPr>
              <a:t>to </a:t>
            </a:r>
            <a:r>
              <a:rPr sz="2000" spc="-75" dirty="0">
                <a:solidFill>
                  <a:srgbClr val="585858"/>
                </a:solidFill>
                <a:latin typeface="Trebuchet MS"/>
                <a:cs typeface="Trebuchet MS"/>
              </a:rPr>
              <a:t>hold </a:t>
            </a:r>
            <a:r>
              <a:rPr sz="2000" spc="-120" dirty="0">
                <a:solidFill>
                  <a:srgbClr val="585858"/>
                </a:solidFill>
                <a:latin typeface="Trebuchet MS"/>
                <a:cs typeface="Trebuchet MS"/>
              </a:rPr>
              <a:t>accessible polls, </a:t>
            </a:r>
            <a:r>
              <a:rPr sz="2000" spc="-50" dirty="0">
                <a:solidFill>
                  <a:srgbClr val="585858"/>
                </a:solidFill>
                <a:latin typeface="Trebuchet MS"/>
                <a:cs typeface="Trebuchet MS"/>
              </a:rPr>
              <a:t>to </a:t>
            </a:r>
            <a:r>
              <a:rPr sz="2000" spc="-60" dirty="0">
                <a:solidFill>
                  <a:srgbClr val="585858"/>
                </a:solidFill>
                <a:latin typeface="Trebuchet MS"/>
                <a:cs typeface="Trebuchet MS"/>
              </a:rPr>
              <a:t>support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its </a:t>
            </a:r>
            <a:r>
              <a:rPr sz="2000" spc="-50" dirty="0">
                <a:solidFill>
                  <a:srgbClr val="585858"/>
                </a:solidFill>
                <a:latin typeface="Trebuchet MS"/>
                <a:cs typeface="Trebuchet MS"/>
              </a:rPr>
              <a:t>own  </a:t>
            </a:r>
            <a:r>
              <a:rPr sz="2000" spc="-75" dirty="0">
                <a:solidFill>
                  <a:srgbClr val="585858"/>
                </a:solidFill>
                <a:latin typeface="Trebuchet MS"/>
                <a:cs typeface="Trebuchet MS"/>
              </a:rPr>
              <a:t>Constitution,</a:t>
            </a:r>
            <a:r>
              <a:rPr sz="2000" spc="-29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60" dirty="0">
                <a:solidFill>
                  <a:srgbClr val="585858"/>
                </a:solidFill>
                <a:latin typeface="Trebuchet MS"/>
                <a:cs typeface="Trebuchet MS"/>
              </a:rPr>
              <a:t>etc.</a:t>
            </a:r>
            <a:endParaRPr sz="2000">
              <a:latin typeface="Trebuchet MS"/>
              <a:cs typeface="Trebuchet MS"/>
            </a:endParaRPr>
          </a:p>
          <a:p>
            <a:pPr marL="241300" marR="5080" indent="-229235">
              <a:lnSpc>
                <a:spcPct val="110000"/>
              </a:lnSpc>
              <a:spcBef>
                <a:spcPts val="700"/>
              </a:spcBef>
              <a:buClr>
                <a:srgbClr val="0A082D"/>
              </a:buClr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000" spc="-60" dirty="0">
                <a:solidFill>
                  <a:srgbClr val="585858"/>
                </a:solidFill>
                <a:latin typeface="Trebuchet MS"/>
                <a:cs typeface="Trebuchet MS"/>
              </a:rPr>
              <a:t>The </a:t>
            </a:r>
            <a:r>
              <a:rPr sz="2000" spc="-130" dirty="0">
                <a:solidFill>
                  <a:srgbClr val="585858"/>
                </a:solidFill>
                <a:latin typeface="Trebuchet MS"/>
                <a:cs typeface="Trebuchet MS"/>
              </a:rPr>
              <a:t>quality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of </a:t>
            </a:r>
            <a:r>
              <a:rPr sz="2000" spc="-110" dirty="0">
                <a:solidFill>
                  <a:srgbClr val="585858"/>
                </a:solidFill>
                <a:latin typeface="Trebuchet MS"/>
                <a:cs typeface="Trebuchet MS"/>
              </a:rPr>
              <a:t>self-government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depends </a:t>
            </a:r>
            <a:r>
              <a:rPr sz="2000" spc="-30" dirty="0">
                <a:solidFill>
                  <a:srgbClr val="585858"/>
                </a:solidFill>
                <a:latin typeface="Trebuchet MS"/>
                <a:cs typeface="Trebuchet MS"/>
              </a:rPr>
              <a:t>on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the </a:t>
            </a:r>
            <a:r>
              <a:rPr sz="2000" spc="-150" dirty="0">
                <a:solidFill>
                  <a:srgbClr val="585858"/>
                </a:solidFill>
                <a:latin typeface="Trebuchet MS"/>
                <a:cs typeface="Trebuchet MS"/>
              </a:rPr>
              <a:t>level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of </a:t>
            </a:r>
            <a:r>
              <a:rPr sz="2000" spc="-120" dirty="0">
                <a:solidFill>
                  <a:srgbClr val="585858"/>
                </a:solidFill>
                <a:latin typeface="Trebuchet MS"/>
                <a:cs typeface="Trebuchet MS"/>
              </a:rPr>
              <a:t>public sharing. </a:t>
            </a:r>
            <a:r>
              <a:rPr sz="2000" spc="-95" dirty="0">
                <a:solidFill>
                  <a:srgbClr val="585858"/>
                </a:solidFill>
                <a:latin typeface="Trebuchet MS"/>
                <a:cs typeface="Trebuchet MS"/>
              </a:rPr>
              <a:t>It </a:t>
            </a:r>
            <a:r>
              <a:rPr sz="2000" spc="-90" dirty="0">
                <a:solidFill>
                  <a:srgbClr val="585858"/>
                </a:solidFill>
                <a:latin typeface="Trebuchet MS"/>
                <a:cs typeface="Trebuchet MS"/>
              </a:rPr>
              <a:t>is </a:t>
            </a:r>
            <a:r>
              <a:rPr sz="2000" spc="-130" dirty="0">
                <a:solidFill>
                  <a:srgbClr val="585858"/>
                </a:solidFill>
                <a:latin typeface="Trebuchet MS"/>
                <a:cs typeface="Trebuchet MS"/>
              </a:rPr>
              <a:t>challenging </a:t>
            </a:r>
            <a:r>
              <a:rPr sz="2000" spc="-45" dirty="0">
                <a:solidFill>
                  <a:srgbClr val="585858"/>
                </a:solidFill>
                <a:latin typeface="Trebuchet MS"/>
                <a:cs typeface="Trebuchet MS"/>
              </a:rPr>
              <a:t>to </a:t>
            </a:r>
            <a:r>
              <a:rPr sz="2000" spc="-80" dirty="0">
                <a:solidFill>
                  <a:srgbClr val="585858"/>
                </a:solidFill>
                <a:latin typeface="Trebuchet MS"/>
                <a:cs typeface="Trebuchet MS"/>
              </a:rPr>
              <a:t>reform  </a:t>
            </a:r>
            <a:r>
              <a:rPr sz="2000" spc="-95" dirty="0">
                <a:solidFill>
                  <a:srgbClr val="585858"/>
                </a:solidFill>
                <a:latin typeface="Trebuchet MS"/>
                <a:cs typeface="Trebuchet MS"/>
              </a:rPr>
              <a:t>governments </a:t>
            </a:r>
            <a:r>
              <a:rPr sz="2000" spc="-190" dirty="0">
                <a:solidFill>
                  <a:srgbClr val="585858"/>
                </a:solidFill>
                <a:latin typeface="Trebuchet MS"/>
                <a:cs typeface="Trebuchet MS"/>
              </a:rPr>
              <a:t>if </a:t>
            </a:r>
            <a:r>
              <a:rPr sz="2000" spc="-65" dirty="0">
                <a:solidFill>
                  <a:srgbClr val="585858"/>
                </a:solidFill>
                <a:latin typeface="Trebuchet MS"/>
                <a:cs typeface="Trebuchet MS"/>
              </a:rPr>
              <a:t>common </a:t>
            </a:r>
            <a:r>
              <a:rPr sz="2000" spc="-110" dirty="0">
                <a:solidFill>
                  <a:srgbClr val="585858"/>
                </a:solidFill>
                <a:latin typeface="Trebuchet MS"/>
                <a:cs typeface="Trebuchet MS"/>
              </a:rPr>
              <a:t>citizens </a:t>
            </a:r>
            <a:r>
              <a:rPr sz="2000" spc="-35" dirty="0">
                <a:solidFill>
                  <a:srgbClr val="585858"/>
                </a:solidFill>
                <a:latin typeface="Trebuchet MS"/>
                <a:cs typeface="Trebuchet MS"/>
              </a:rPr>
              <a:t>do </a:t>
            </a:r>
            <a:r>
              <a:rPr sz="2000" spc="-65" dirty="0">
                <a:solidFill>
                  <a:srgbClr val="585858"/>
                </a:solidFill>
                <a:latin typeface="Trebuchet MS"/>
                <a:cs typeface="Trebuchet MS"/>
              </a:rPr>
              <a:t>not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directly </a:t>
            </a:r>
            <a:r>
              <a:rPr sz="2000" spc="-145" dirty="0">
                <a:solidFill>
                  <a:srgbClr val="585858"/>
                </a:solidFill>
                <a:latin typeface="Trebuchet MS"/>
                <a:cs typeface="Trebuchet MS"/>
              </a:rPr>
              <a:t>engage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in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politics </a:t>
            </a:r>
            <a:r>
              <a:rPr sz="2000" spc="-130" dirty="0">
                <a:solidFill>
                  <a:srgbClr val="585858"/>
                </a:solidFill>
                <a:latin typeface="Trebuchet MS"/>
                <a:cs typeface="Trebuchet MS"/>
              </a:rPr>
              <a:t>and </a:t>
            </a:r>
            <a:r>
              <a:rPr sz="2000" spc="-140" dirty="0">
                <a:solidFill>
                  <a:srgbClr val="585858"/>
                </a:solidFill>
                <a:latin typeface="Trebuchet MS"/>
                <a:cs typeface="Trebuchet MS"/>
              </a:rPr>
              <a:t>just </a:t>
            </a:r>
            <a:r>
              <a:rPr sz="2000" spc="-110" dirty="0">
                <a:solidFill>
                  <a:srgbClr val="585858"/>
                </a:solidFill>
                <a:latin typeface="Trebuchet MS"/>
                <a:cs typeface="Trebuchet MS"/>
              </a:rPr>
              <a:t>criticize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it </a:t>
            </a:r>
            <a:r>
              <a:rPr sz="2000" spc="-90" dirty="0">
                <a:solidFill>
                  <a:srgbClr val="585858"/>
                </a:solidFill>
                <a:latin typeface="Trebuchet MS"/>
                <a:cs typeface="Trebuchet MS"/>
              </a:rPr>
              <a:t>from 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extreme.Thus,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the </a:t>
            </a:r>
            <a:r>
              <a:rPr sz="2000" spc="-60" dirty="0">
                <a:solidFill>
                  <a:srgbClr val="585858"/>
                </a:solidFill>
                <a:latin typeface="Trebuchet MS"/>
                <a:cs typeface="Trebuchet MS"/>
              </a:rPr>
              <a:t>support </a:t>
            </a:r>
            <a:r>
              <a:rPr sz="2000" spc="-105" dirty="0">
                <a:solidFill>
                  <a:srgbClr val="585858"/>
                </a:solidFill>
                <a:latin typeface="Trebuchet MS"/>
                <a:cs typeface="Trebuchet MS"/>
              </a:rPr>
              <a:t>of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citizens in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politics </a:t>
            </a:r>
            <a:r>
              <a:rPr sz="2000" spc="-90" dirty="0">
                <a:solidFill>
                  <a:srgbClr val="585858"/>
                </a:solidFill>
                <a:latin typeface="Trebuchet MS"/>
                <a:cs typeface="Trebuchet MS"/>
              </a:rPr>
              <a:t>is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unavoidable </a:t>
            </a:r>
            <a:r>
              <a:rPr sz="2000" spc="-70" dirty="0">
                <a:solidFill>
                  <a:srgbClr val="585858"/>
                </a:solidFill>
                <a:latin typeface="Trebuchet MS"/>
                <a:cs typeface="Trebuchet MS"/>
              </a:rPr>
              <a:t>for </a:t>
            </a:r>
            <a:r>
              <a:rPr sz="2000" spc="-200" dirty="0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sz="2000" spc="4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republic.</a:t>
            </a:r>
            <a:endParaRPr sz="2000">
              <a:latin typeface="Trebuchet MS"/>
              <a:cs typeface="Trebuchet MS"/>
            </a:endParaRPr>
          </a:p>
          <a:p>
            <a:pPr marL="241300" indent="-229235">
              <a:lnSpc>
                <a:spcPct val="100000"/>
              </a:lnSpc>
              <a:spcBef>
                <a:spcPts val="935"/>
              </a:spcBef>
              <a:buClr>
                <a:srgbClr val="0A082D"/>
              </a:buClr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000" spc="-30" dirty="0">
                <a:solidFill>
                  <a:srgbClr val="585858"/>
                </a:solidFill>
                <a:latin typeface="Trebuchet MS"/>
                <a:cs typeface="Trebuchet MS"/>
              </a:rPr>
              <a:t>Any </a:t>
            </a:r>
            <a:r>
              <a:rPr sz="2000" spc="-75" dirty="0">
                <a:solidFill>
                  <a:srgbClr val="585858"/>
                </a:solidFill>
                <a:latin typeface="Trebuchet MS"/>
                <a:cs typeface="Trebuchet MS"/>
              </a:rPr>
              <a:t>proposal for </a:t>
            </a:r>
            <a:r>
              <a:rPr sz="2000" spc="-125" dirty="0">
                <a:solidFill>
                  <a:srgbClr val="585858"/>
                </a:solidFill>
                <a:latin typeface="Trebuchet MS"/>
                <a:cs typeface="Trebuchet MS"/>
              </a:rPr>
              <a:t>political </a:t>
            </a:r>
            <a:r>
              <a:rPr sz="2000" spc="-75" dirty="0">
                <a:solidFill>
                  <a:srgbClr val="585858"/>
                </a:solidFill>
                <a:latin typeface="Trebuchet MS"/>
                <a:cs typeface="Trebuchet MS"/>
              </a:rPr>
              <a:t>reforms should </a:t>
            </a:r>
            <a:r>
              <a:rPr sz="2000" spc="-65" dirty="0">
                <a:solidFill>
                  <a:srgbClr val="585858"/>
                </a:solidFill>
                <a:latin typeface="Trebuchet MS"/>
                <a:cs typeface="Trebuchet MS"/>
              </a:rPr>
              <a:t>not </a:t>
            </a:r>
            <a:r>
              <a:rPr sz="2000" spc="-85" dirty="0">
                <a:solidFill>
                  <a:srgbClr val="585858"/>
                </a:solidFill>
                <a:latin typeface="Trebuchet MS"/>
                <a:cs typeface="Trebuchet MS"/>
              </a:rPr>
              <a:t>only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think about </a:t>
            </a:r>
            <a:r>
              <a:rPr sz="2000" spc="-114" dirty="0">
                <a:solidFill>
                  <a:srgbClr val="585858"/>
                </a:solidFill>
                <a:latin typeface="Trebuchet MS"/>
                <a:cs typeface="Trebuchet MS"/>
              </a:rPr>
              <a:t>the </a:t>
            </a:r>
            <a:r>
              <a:rPr sz="2000" spc="-120" dirty="0">
                <a:solidFill>
                  <a:srgbClr val="585858"/>
                </a:solidFill>
                <a:latin typeface="Trebuchet MS"/>
                <a:cs typeface="Trebuchet MS"/>
              </a:rPr>
              <a:t>what </a:t>
            </a:r>
            <a:r>
              <a:rPr sz="2000" spc="-90" dirty="0">
                <a:solidFill>
                  <a:srgbClr val="585858"/>
                </a:solidFill>
                <a:latin typeface="Trebuchet MS"/>
                <a:cs typeface="Trebuchet MS"/>
              </a:rPr>
              <a:t>is </a:t>
            </a:r>
            <a:r>
              <a:rPr sz="2000" spc="-195" dirty="0">
                <a:solidFill>
                  <a:srgbClr val="585858"/>
                </a:solidFill>
                <a:latin typeface="Trebuchet MS"/>
                <a:cs typeface="Trebuchet MS"/>
              </a:rPr>
              <a:t>a </a:t>
            </a:r>
            <a:r>
              <a:rPr sz="2000" spc="-55" dirty="0">
                <a:solidFill>
                  <a:srgbClr val="585858"/>
                </a:solidFill>
                <a:latin typeface="Trebuchet MS"/>
                <a:cs typeface="Trebuchet MS"/>
              </a:rPr>
              <a:t>good </a:t>
            </a:r>
            <a:r>
              <a:rPr sz="2000" spc="-70" dirty="0">
                <a:solidFill>
                  <a:srgbClr val="585858"/>
                </a:solidFill>
                <a:latin typeface="Trebuchet MS"/>
                <a:cs typeface="Trebuchet MS"/>
              </a:rPr>
              <a:t>solution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585858"/>
                </a:solidFill>
                <a:latin typeface="Trebuchet MS"/>
                <a:cs typeface="Trebuchet MS"/>
              </a:rPr>
              <a:t>but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sz="2000" spc="-90" dirty="0">
                <a:solidFill>
                  <a:srgbClr val="585858"/>
                </a:solidFill>
                <a:latin typeface="Trebuchet MS"/>
                <a:cs typeface="Trebuchet MS"/>
              </a:rPr>
              <a:t>also </a:t>
            </a:r>
            <a:r>
              <a:rPr sz="2000" spc="-100" dirty="0">
                <a:solidFill>
                  <a:srgbClr val="585858"/>
                </a:solidFill>
                <a:latin typeface="Trebuchet MS"/>
                <a:cs typeface="Trebuchet MS"/>
              </a:rPr>
              <a:t>about its</a:t>
            </a:r>
            <a:r>
              <a:rPr sz="2000" spc="-2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585858"/>
                </a:solidFill>
                <a:latin typeface="Trebuchet MS"/>
                <a:cs typeface="Trebuchet MS"/>
              </a:rPr>
              <a:t>implementation.</a:t>
            </a:r>
            <a:endParaRPr sz="2000">
              <a:latin typeface="Trebuchet MS"/>
              <a:cs typeface="Trebuchet MS"/>
            </a:endParaRPr>
          </a:p>
          <a:p>
            <a:pPr marL="12700" marR="196215">
              <a:lnSpc>
                <a:spcPct val="110000"/>
              </a:lnSpc>
              <a:spcBef>
                <a:spcPts val="710"/>
              </a:spcBef>
            </a:pPr>
            <a:r>
              <a:rPr sz="2000" b="1" spc="110" dirty="0">
                <a:solidFill>
                  <a:srgbClr val="001F5F"/>
                </a:solidFill>
                <a:latin typeface="Trebuchet MS"/>
                <a:cs typeface="Trebuchet MS"/>
              </a:rPr>
              <a:t>RTI</a:t>
            </a:r>
            <a:r>
              <a:rPr sz="2000" b="1" spc="-26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245" dirty="0">
                <a:solidFill>
                  <a:srgbClr val="001F5F"/>
                </a:solidFill>
                <a:latin typeface="Trebuchet MS"/>
                <a:cs typeface="Trebuchet MS"/>
              </a:rPr>
              <a:t>ACT</a:t>
            </a:r>
            <a:r>
              <a:rPr sz="2000" b="1" spc="-6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145" dirty="0">
                <a:solidFill>
                  <a:srgbClr val="001F5F"/>
                </a:solidFill>
                <a:latin typeface="Trebuchet MS"/>
                <a:cs typeface="Trebuchet MS"/>
              </a:rPr>
              <a:t>IS</a:t>
            </a:r>
            <a:r>
              <a:rPr sz="2000" b="1" spc="-5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275" dirty="0">
                <a:solidFill>
                  <a:srgbClr val="001F5F"/>
                </a:solidFill>
                <a:latin typeface="Trebuchet MS"/>
                <a:cs typeface="Trebuchet MS"/>
              </a:rPr>
              <a:t>ONE</a:t>
            </a:r>
            <a:r>
              <a:rPr sz="2000" b="1" spc="-5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195" dirty="0">
                <a:solidFill>
                  <a:srgbClr val="001F5F"/>
                </a:solidFill>
                <a:latin typeface="Trebuchet MS"/>
                <a:cs typeface="Trebuchet MS"/>
              </a:rPr>
              <a:t>OF</a:t>
            </a:r>
            <a:r>
              <a:rPr sz="2000" b="1" spc="-36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210" dirty="0">
                <a:solidFill>
                  <a:srgbClr val="001F5F"/>
                </a:solidFill>
                <a:latin typeface="Trebuchet MS"/>
                <a:cs typeface="Trebuchet MS"/>
              </a:rPr>
              <a:t>THE</a:t>
            </a:r>
            <a:r>
              <a:rPr sz="2000" b="1" spc="-5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180" dirty="0">
                <a:solidFill>
                  <a:srgbClr val="001F5F"/>
                </a:solidFill>
                <a:latin typeface="Trebuchet MS"/>
                <a:cs typeface="Trebuchet MS"/>
              </a:rPr>
              <a:t>BEST</a:t>
            </a:r>
            <a:r>
              <a:rPr sz="2000" b="1" spc="-6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275" dirty="0">
                <a:solidFill>
                  <a:srgbClr val="001F5F"/>
                </a:solidFill>
                <a:latin typeface="Trebuchet MS"/>
                <a:cs typeface="Trebuchet MS"/>
              </a:rPr>
              <a:t>LAW</a:t>
            </a:r>
            <a:r>
              <a:rPr sz="2000" b="1" spc="-6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175" dirty="0">
                <a:solidFill>
                  <a:srgbClr val="001F5F"/>
                </a:solidFill>
                <a:latin typeface="Trebuchet MS"/>
                <a:cs typeface="Trebuchet MS"/>
              </a:rPr>
              <a:t>REFORM</a:t>
            </a:r>
            <a:r>
              <a:rPr sz="2000" b="1" spc="-31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320" dirty="0">
                <a:solidFill>
                  <a:srgbClr val="001F5F"/>
                </a:solidFill>
                <a:latin typeface="Trebuchet MS"/>
                <a:cs typeface="Trebuchet MS"/>
              </a:rPr>
              <a:t>WHICH</a:t>
            </a:r>
            <a:r>
              <a:rPr sz="2000" b="1" spc="-8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225" dirty="0">
                <a:solidFill>
                  <a:srgbClr val="001F5F"/>
                </a:solidFill>
                <a:latin typeface="Trebuchet MS"/>
                <a:cs typeface="Trebuchet MS"/>
              </a:rPr>
              <a:t>EMPOWERS</a:t>
            </a:r>
            <a:r>
              <a:rPr sz="2000" b="1" spc="-6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170" dirty="0">
                <a:solidFill>
                  <a:srgbClr val="001F5F"/>
                </a:solidFill>
                <a:latin typeface="Trebuchet MS"/>
                <a:cs typeface="Trebuchet MS"/>
              </a:rPr>
              <a:t>PEOPLE</a:t>
            </a:r>
            <a:r>
              <a:rPr sz="2000" b="1" spc="-37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215" dirty="0">
                <a:solidFill>
                  <a:srgbClr val="001F5F"/>
                </a:solidFill>
                <a:latin typeface="Trebuchet MS"/>
                <a:cs typeface="Trebuchet MS"/>
              </a:rPr>
              <a:t>TO  </a:t>
            </a:r>
            <a:r>
              <a:rPr sz="2000" b="1" spc="170" dirty="0">
                <a:solidFill>
                  <a:srgbClr val="001F5F"/>
                </a:solidFill>
                <a:latin typeface="Trebuchet MS"/>
                <a:cs typeface="Trebuchet MS"/>
              </a:rPr>
              <a:t>CARRY</a:t>
            </a:r>
            <a:r>
              <a:rPr sz="2000" b="1" spc="-8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280" dirty="0">
                <a:solidFill>
                  <a:srgbClr val="001F5F"/>
                </a:solidFill>
                <a:latin typeface="Trebuchet MS"/>
                <a:cs typeface="Trebuchet MS"/>
              </a:rPr>
              <a:t>OUT</a:t>
            </a:r>
            <a:r>
              <a:rPr sz="2000" b="1" spc="-5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220" dirty="0">
                <a:solidFill>
                  <a:srgbClr val="001F5F"/>
                </a:solidFill>
                <a:latin typeface="Trebuchet MS"/>
                <a:cs typeface="Trebuchet MS"/>
              </a:rPr>
              <a:t>DEMOCRATIC</a:t>
            </a:r>
            <a:r>
              <a:rPr sz="2000" b="1" spc="-9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000" b="1" spc="130" dirty="0">
                <a:solidFill>
                  <a:srgbClr val="001F5F"/>
                </a:solidFill>
                <a:latin typeface="Trebuchet MS"/>
                <a:cs typeface="Trebuchet MS"/>
              </a:rPr>
              <a:t>REFORMS.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A0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814955" cy="6858000"/>
            <a:chOff x="0" y="0"/>
            <a:chExt cx="2814955" cy="6858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2814955" cy="6858000"/>
            </a:xfrm>
            <a:custGeom>
              <a:avLst/>
              <a:gdLst/>
              <a:ahLst/>
              <a:cxnLst/>
              <a:rect l="l" t="t" r="r" b="b"/>
              <a:pathLst>
                <a:path w="2814955" h="6858000">
                  <a:moveTo>
                    <a:pt x="1414526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1414526" y="6857999"/>
                  </a:lnTo>
                  <a:lnTo>
                    <a:pt x="1438402" y="6769098"/>
                  </a:lnTo>
                  <a:lnTo>
                    <a:pt x="1462151" y="6681787"/>
                  </a:lnTo>
                  <a:lnTo>
                    <a:pt x="1489202" y="6596062"/>
                  </a:lnTo>
                  <a:lnTo>
                    <a:pt x="1519301" y="6513512"/>
                  </a:lnTo>
                  <a:lnTo>
                    <a:pt x="1555877" y="6435725"/>
                  </a:lnTo>
                  <a:lnTo>
                    <a:pt x="1598676" y="6362700"/>
                  </a:lnTo>
                  <a:lnTo>
                    <a:pt x="1644777" y="6300787"/>
                  </a:lnTo>
                  <a:lnTo>
                    <a:pt x="1697101" y="6243637"/>
                  </a:lnTo>
                  <a:lnTo>
                    <a:pt x="1754251" y="6188075"/>
                  </a:lnTo>
                  <a:lnTo>
                    <a:pt x="1817751" y="6134100"/>
                  </a:lnTo>
                  <a:lnTo>
                    <a:pt x="1881377" y="6084887"/>
                  </a:lnTo>
                  <a:lnTo>
                    <a:pt x="1948052" y="6032500"/>
                  </a:lnTo>
                  <a:lnTo>
                    <a:pt x="2016252" y="5983287"/>
                  </a:lnTo>
                  <a:lnTo>
                    <a:pt x="2146427" y="5878512"/>
                  </a:lnTo>
                  <a:lnTo>
                    <a:pt x="2206752" y="5824537"/>
                  </a:lnTo>
                  <a:lnTo>
                    <a:pt x="2262378" y="5767387"/>
                  </a:lnTo>
                  <a:lnTo>
                    <a:pt x="2311527" y="5707062"/>
                  </a:lnTo>
                  <a:lnTo>
                    <a:pt x="2355977" y="5643562"/>
                  </a:lnTo>
                  <a:lnTo>
                    <a:pt x="2389378" y="5575300"/>
                  </a:lnTo>
                  <a:lnTo>
                    <a:pt x="2414778" y="5499100"/>
                  </a:lnTo>
                  <a:lnTo>
                    <a:pt x="2429002" y="5418074"/>
                  </a:lnTo>
                  <a:lnTo>
                    <a:pt x="2435352" y="5334000"/>
                  </a:lnTo>
                  <a:lnTo>
                    <a:pt x="2435352" y="5249799"/>
                  </a:lnTo>
                  <a:lnTo>
                    <a:pt x="2429002" y="5162550"/>
                  </a:lnTo>
                  <a:lnTo>
                    <a:pt x="2417953" y="5071999"/>
                  </a:lnTo>
                  <a:lnTo>
                    <a:pt x="2405253" y="4983099"/>
                  </a:lnTo>
                  <a:lnTo>
                    <a:pt x="2383028" y="4805299"/>
                  </a:lnTo>
                  <a:lnTo>
                    <a:pt x="2375027" y="4714875"/>
                  </a:lnTo>
                  <a:lnTo>
                    <a:pt x="2371852" y="4627499"/>
                  </a:lnTo>
                  <a:lnTo>
                    <a:pt x="2376678" y="4543425"/>
                  </a:lnTo>
                  <a:lnTo>
                    <a:pt x="2387727" y="4459224"/>
                  </a:lnTo>
                  <a:lnTo>
                    <a:pt x="2408428" y="4381500"/>
                  </a:lnTo>
                  <a:lnTo>
                    <a:pt x="2437003" y="4302125"/>
                  </a:lnTo>
                  <a:lnTo>
                    <a:pt x="2471928" y="4224274"/>
                  </a:lnTo>
                  <a:lnTo>
                    <a:pt x="2513203" y="4146550"/>
                  </a:lnTo>
                  <a:lnTo>
                    <a:pt x="2557653" y="4068699"/>
                  </a:lnTo>
                  <a:lnTo>
                    <a:pt x="2603627" y="3989324"/>
                  </a:lnTo>
                  <a:lnTo>
                    <a:pt x="2649728" y="3913124"/>
                  </a:lnTo>
                  <a:lnTo>
                    <a:pt x="2692527" y="3833749"/>
                  </a:lnTo>
                  <a:lnTo>
                    <a:pt x="2732278" y="3756025"/>
                  </a:lnTo>
                  <a:lnTo>
                    <a:pt x="2765552" y="3673475"/>
                  </a:lnTo>
                  <a:lnTo>
                    <a:pt x="2792603" y="3592449"/>
                  </a:lnTo>
                  <a:lnTo>
                    <a:pt x="2808478" y="3511550"/>
                  </a:lnTo>
                  <a:lnTo>
                    <a:pt x="2814828" y="3429000"/>
                  </a:lnTo>
                  <a:lnTo>
                    <a:pt x="2808478" y="3346450"/>
                  </a:lnTo>
                  <a:lnTo>
                    <a:pt x="2792603" y="3265424"/>
                  </a:lnTo>
                  <a:lnTo>
                    <a:pt x="2765552" y="3184525"/>
                  </a:lnTo>
                  <a:lnTo>
                    <a:pt x="2732278" y="3101975"/>
                  </a:lnTo>
                  <a:lnTo>
                    <a:pt x="2692527" y="3024124"/>
                  </a:lnTo>
                  <a:lnTo>
                    <a:pt x="2649728" y="2944749"/>
                  </a:lnTo>
                  <a:lnTo>
                    <a:pt x="2603627" y="2868549"/>
                  </a:lnTo>
                  <a:lnTo>
                    <a:pt x="2557653" y="2789174"/>
                  </a:lnTo>
                  <a:lnTo>
                    <a:pt x="2513203" y="2711450"/>
                  </a:lnTo>
                  <a:lnTo>
                    <a:pt x="2471928" y="2633599"/>
                  </a:lnTo>
                  <a:lnTo>
                    <a:pt x="2437003" y="2555875"/>
                  </a:lnTo>
                  <a:lnTo>
                    <a:pt x="2408428" y="2476500"/>
                  </a:lnTo>
                  <a:lnTo>
                    <a:pt x="2387727" y="2398649"/>
                  </a:lnTo>
                  <a:lnTo>
                    <a:pt x="2376678" y="2314575"/>
                  </a:lnTo>
                  <a:lnTo>
                    <a:pt x="2371852" y="2230374"/>
                  </a:lnTo>
                  <a:lnTo>
                    <a:pt x="2375027" y="2143125"/>
                  </a:lnTo>
                  <a:lnTo>
                    <a:pt x="2383028" y="2052574"/>
                  </a:lnTo>
                  <a:lnTo>
                    <a:pt x="2405253" y="1874774"/>
                  </a:lnTo>
                  <a:lnTo>
                    <a:pt x="2417953" y="1785874"/>
                  </a:lnTo>
                  <a:lnTo>
                    <a:pt x="2429002" y="1695450"/>
                  </a:lnTo>
                  <a:lnTo>
                    <a:pt x="2435352" y="1608074"/>
                  </a:lnTo>
                  <a:lnTo>
                    <a:pt x="2435352" y="1524000"/>
                  </a:lnTo>
                  <a:lnTo>
                    <a:pt x="2429002" y="1439799"/>
                  </a:lnTo>
                  <a:lnTo>
                    <a:pt x="2414778" y="1358900"/>
                  </a:lnTo>
                  <a:lnTo>
                    <a:pt x="2389378" y="1282700"/>
                  </a:lnTo>
                  <a:lnTo>
                    <a:pt x="2355977" y="1214374"/>
                  </a:lnTo>
                  <a:lnTo>
                    <a:pt x="2311527" y="1150874"/>
                  </a:lnTo>
                  <a:lnTo>
                    <a:pt x="2262378" y="1090549"/>
                  </a:lnTo>
                  <a:lnTo>
                    <a:pt x="2206752" y="1033399"/>
                  </a:lnTo>
                  <a:lnTo>
                    <a:pt x="2146427" y="979424"/>
                  </a:lnTo>
                  <a:lnTo>
                    <a:pt x="2016252" y="874649"/>
                  </a:lnTo>
                  <a:lnTo>
                    <a:pt x="1948052" y="825500"/>
                  </a:lnTo>
                  <a:lnTo>
                    <a:pt x="1881377" y="773049"/>
                  </a:lnTo>
                  <a:lnTo>
                    <a:pt x="1817751" y="723900"/>
                  </a:lnTo>
                  <a:lnTo>
                    <a:pt x="1754251" y="669925"/>
                  </a:lnTo>
                  <a:lnTo>
                    <a:pt x="1697101" y="614299"/>
                  </a:lnTo>
                  <a:lnTo>
                    <a:pt x="1644777" y="557149"/>
                  </a:lnTo>
                  <a:lnTo>
                    <a:pt x="1598676" y="495300"/>
                  </a:lnTo>
                  <a:lnTo>
                    <a:pt x="1555877" y="422275"/>
                  </a:lnTo>
                  <a:lnTo>
                    <a:pt x="1519301" y="344424"/>
                  </a:lnTo>
                  <a:lnTo>
                    <a:pt x="1489202" y="261874"/>
                  </a:lnTo>
                  <a:lnTo>
                    <a:pt x="1462151" y="176149"/>
                  </a:lnTo>
                  <a:lnTo>
                    <a:pt x="1438402" y="88900"/>
                  </a:lnTo>
                  <a:lnTo>
                    <a:pt x="1414526" y="0"/>
                  </a:lnTo>
                  <a:close/>
                </a:path>
              </a:pathLst>
            </a:custGeom>
            <a:solidFill>
              <a:srgbClr val="F3F3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4775" y="0"/>
              <a:ext cx="1645920" cy="6858000"/>
            </a:xfrm>
            <a:custGeom>
              <a:avLst/>
              <a:gdLst/>
              <a:ahLst/>
              <a:cxnLst/>
              <a:rect l="l" t="t" r="r" b="b"/>
              <a:pathLst>
                <a:path w="1645920" h="6858000">
                  <a:moveTo>
                    <a:pt x="271411" y="0"/>
                  </a:moveTo>
                  <a:lnTo>
                    <a:pt x="0" y="0"/>
                  </a:lnTo>
                  <a:lnTo>
                    <a:pt x="26987" y="66675"/>
                  </a:lnTo>
                  <a:lnTo>
                    <a:pt x="52374" y="139700"/>
                  </a:lnTo>
                  <a:lnTo>
                    <a:pt x="73012" y="217424"/>
                  </a:lnTo>
                  <a:lnTo>
                    <a:pt x="95237" y="299974"/>
                  </a:lnTo>
                  <a:lnTo>
                    <a:pt x="142849" y="477774"/>
                  </a:lnTo>
                  <a:lnTo>
                    <a:pt x="172999" y="565150"/>
                  </a:lnTo>
                  <a:lnTo>
                    <a:pt x="204749" y="652399"/>
                  </a:lnTo>
                  <a:lnTo>
                    <a:pt x="247599" y="738124"/>
                  </a:lnTo>
                  <a:lnTo>
                    <a:pt x="295224" y="819150"/>
                  </a:lnTo>
                  <a:lnTo>
                    <a:pt x="352361" y="895350"/>
                  </a:lnTo>
                  <a:lnTo>
                    <a:pt x="414274" y="963549"/>
                  </a:lnTo>
                  <a:lnTo>
                    <a:pt x="480949" y="1028700"/>
                  </a:lnTo>
                  <a:lnTo>
                    <a:pt x="552323" y="1089025"/>
                  </a:lnTo>
                  <a:lnTo>
                    <a:pt x="622173" y="1144524"/>
                  </a:lnTo>
                  <a:lnTo>
                    <a:pt x="695198" y="1198499"/>
                  </a:lnTo>
                  <a:lnTo>
                    <a:pt x="765048" y="1252474"/>
                  </a:lnTo>
                  <a:lnTo>
                    <a:pt x="830072" y="1304925"/>
                  </a:lnTo>
                  <a:lnTo>
                    <a:pt x="890397" y="1355725"/>
                  </a:lnTo>
                  <a:lnTo>
                    <a:pt x="942848" y="1406525"/>
                  </a:lnTo>
                  <a:lnTo>
                    <a:pt x="984123" y="1460500"/>
                  </a:lnTo>
                  <a:lnTo>
                    <a:pt x="1012571" y="1512824"/>
                  </a:lnTo>
                  <a:lnTo>
                    <a:pt x="1026922" y="1562100"/>
                  </a:lnTo>
                  <a:lnTo>
                    <a:pt x="1034796" y="1616075"/>
                  </a:lnTo>
                  <a:lnTo>
                    <a:pt x="1037971" y="1674749"/>
                  </a:lnTo>
                  <a:lnTo>
                    <a:pt x="1033272" y="1739900"/>
                  </a:lnTo>
                  <a:lnTo>
                    <a:pt x="1026922" y="1808099"/>
                  </a:lnTo>
                  <a:lnTo>
                    <a:pt x="1018921" y="1877949"/>
                  </a:lnTo>
                  <a:lnTo>
                    <a:pt x="1011047" y="1950974"/>
                  </a:lnTo>
                  <a:lnTo>
                    <a:pt x="993521" y="2062099"/>
                  </a:lnTo>
                  <a:lnTo>
                    <a:pt x="984123" y="2171700"/>
                  </a:lnTo>
                  <a:lnTo>
                    <a:pt x="977773" y="2284349"/>
                  </a:lnTo>
                  <a:lnTo>
                    <a:pt x="980948" y="2398649"/>
                  </a:lnTo>
                  <a:lnTo>
                    <a:pt x="996696" y="2512949"/>
                  </a:lnTo>
                  <a:lnTo>
                    <a:pt x="1018921" y="2601849"/>
                  </a:lnTo>
                  <a:lnTo>
                    <a:pt x="1049147" y="2689225"/>
                  </a:lnTo>
                  <a:lnTo>
                    <a:pt x="1087247" y="2771775"/>
                  </a:lnTo>
                  <a:lnTo>
                    <a:pt x="1128522" y="2855849"/>
                  </a:lnTo>
                  <a:lnTo>
                    <a:pt x="1255522" y="3078099"/>
                  </a:lnTo>
                  <a:lnTo>
                    <a:pt x="1290447" y="3140075"/>
                  </a:lnTo>
                  <a:lnTo>
                    <a:pt x="1323721" y="3201924"/>
                  </a:lnTo>
                  <a:lnTo>
                    <a:pt x="1350645" y="3262249"/>
                  </a:lnTo>
                  <a:lnTo>
                    <a:pt x="1371346" y="3321050"/>
                  </a:lnTo>
                  <a:lnTo>
                    <a:pt x="1385570" y="3375025"/>
                  </a:lnTo>
                  <a:lnTo>
                    <a:pt x="1390396" y="3429000"/>
                  </a:lnTo>
                  <a:lnTo>
                    <a:pt x="1385570" y="3482975"/>
                  </a:lnTo>
                  <a:lnTo>
                    <a:pt x="1371346" y="3536950"/>
                  </a:lnTo>
                  <a:lnTo>
                    <a:pt x="1350645" y="3595624"/>
                  </a:lnTo>
                  <a:lnTo>
                    <a:pt x="1323721" y="3655949"/>
                  </a:lnTo>
                  <a:lnTo>
                    <a:pt x="1290447" y="3717925"/>
                  </a:lnTo>
                  <a:lnTo>
                    <a:pt x="1255522" y="3779774"/>
                  </a:lnTo>
                  <a:lnTo>
                    <a:pt x="1128522" y="4002024"/>
                  </a:lnTo>
                  <a:lnTo>
                    <a:pt x="1087247" y="4086225"/>
                  </a:lnTo>
                  <a:lnTo>
                    <a:pt x="1049147" y="4168775"/>
                  </a:lnTo>
                  <a:lnTo>
                    <a:pt x="1018921" y="4256024"/>
                  </a:lnTo>
                  <a:lnTo>
                    <a:pt x="996696" y="4344924"/>
                  </a:lnTo>
                  <a:lnTo>
                    <a:pt x="980948" y="4459224"/>
                  </a:lnTo>
                  <a:lnTo>
                    <a:pt x="977773" y="4573524"/>
                  </a:lnTo>
                  <a:lnTo>
                    <a:pt x="984123" y="4686300"/>
                  </a:lnTo>
                  <a:lnTo>
                    <a:pt x="993521" y="4795774"/>
                  </a:lnTo>
                  <a:lnTo>
                    <a:pt x="1011047" y="4906899"/>
                  </a:lnTo>
                  <a:lnTo>
                    <a:pt x="1018921" y="4979924"/>
                  </a:lnTo>
                  <a:lnTo>
                    <a:pt x="1026922" y="5049774"/>
                  </a:lnTo>
                  <a:lnTo>
                    <a:pt x="1033272" y="5118100"/>
                  </a:lnTo>
                  <a:lnTo>
                    <a:pt x="1037971" y="5183124"/>
                  </a:lnTo>
                  <a:lnTo>
                    <a:pt x="1034796" y="5241925"/>
                  </a:lnTo>
                  <a:lnTo>
                    <a:pt x="1026922" y="5295900"/>
                  </a:lnTo>
                  <a:lnTo>
                    <a:pt x="1012571" y="5345049"/>
                  </a:lnTo>
                  <a:lnTo>
                    <a:pt x="984123" y="5397500"/>
                  </a:lnTo>
                  <a:lnTo>
                    <a:pt x="942848" y="5451475"/>
                  </a:lnTo>
                  <a:lnTo>
                    <a:pt x="890397" y="5502275"/>
                  </a:lnTo>
                  <a:lnTo>
                    <a:pt x="830072" y="5554599"/>
                  </a:lnTo>
                  <a:lnTo>
                    <a:pt x="695198" y="5659437"/>
                  </a:lnTo>
                  <a:lnTo>
                    <a:pt x="622173" y="5713412"/>
                  </a:lnTo>
                  <a:lnTo>
                    <a:pt x="552323" y="5768975"/>
                  </a:lnTo>
                  <a:lnTo>
                    <a:pt x="480949" y="5829300"/>
                  </a:lnTo>
                  <a:lnTo>
                    <a:pt x="414274" y="5894387"/>
                  </a:lnTo>
                  <a:lnTo>
                    <a:pt x="352361" y="5962650"/>
                  </a:lnTo>
                  <a:lnTo>
                    <a:pt x="295224" y="6038850"/>
                  </a:lnTo>
                  <a:lnTo>
                    <a:pt x="247599" y="6119812"/>
                  </a:lnTo>
                  <a:lnTo>
                    <a:pt x="204749" y="6205537"/>
                  </a:lnTo>
                  <a:lnTo>
                    <a:pt x="172999" y="6292850"/>
                  </a:lnTo>
                  <a:lnTo>
                    <a:pt x="142849" y="6380162"/>
                  </a:lnTo>
                  <a:lnTo>
                    <a:pt x="95237" y="6557962"/>
                  </a:lnTo>
                  <a:lnTo>
                    <a:pt x="73012" y="6640512"/>
                  </a:lnTo>
                  <a:lnTo>
                    <a:pt x="52374" y="6718300"/>
                  </a:lnTo>
                  <a:lnTo>
                    <a:pt x="26987" y="6791323"/>
                  </a:lnTo>
                  <a:lnTo>
                    <a:pt x="0" y="6857999"/>
                  </a:lnTo>
                  <a:lnTo>
                    <a:pt x="271411" y="6857999"/>
                  </a:lnTo>
                  <a:lnTo>
                    <a:pt x="298386" y="6770686"/>
                  </a:lnTo>
                  <a:lnTo>
                    <a:pt x="323786" y="6683375"/>
                  </a:lnTo>
                  <a:lnTo>
                    <a:pt x="349186" y="6594475"/>
                  </a:lnTo>
                  <a:lnTo>
                    <a:pt x="371398" y="6503987"/>
                  </a:lnTo>
                  <a:lnTo>
                    <a:pt x="398399" y="6416675"/>
                  </a:lnTo>
                  <a:lnTo>
                    <a:pt x="426974" y="6332537"/>
                  </a:lnTo>
                  <a:lnTo>
                    <a:pt x="463423" y="6253162"/>
                  </a:lnTo>
                  <a:lnTo>
                    <a:pt x="506349" y="6180137"/>
                  </a:lnTo>
                  <a:lnTo>
                    <a:pt x="553974" y="6118225"/>
                  </a:lnTo>
                  <a:lnTo>
                    <a:pt x="606298" y="6059487"/>
                  </a:lnTo>
                  <a:lnTo>
                    <a:pt x="666623" y="6005512"/>
                  </a:lnTo>
                  <a:lnTo>
                    <a:pt x="730123" y="5951537"/>
                  </a:lnTo>
                  <a:lnTo>
                    <a:pt x="931672" y="5797550"/>
                  </a:lnTo>
                  <a:lnTo>
                    <a:pt x="996696" y="5746750"/>
                  </a:lnTo>
                  <a:lnTo>
                    <a:pt x="1058672" y="5692775"/>
                  </a:lnTo>
                  <a:lnTo>
                    <a:pt x="1115822" y="5634037"/>
                  </a:lnTo>
                  <a:lnTo>
                    <a:pt x="1168146" y="5575300"/>
                  </a:lnTo>
                  <a:lnTo>
                    <a:pt x="1211072" y="5511800"/>
                  </a:lnTo>
                  <a:lnTo>
                    <a:pt x="1247521" y="5440299"/>
                  </a:lnTo>
                  <a:lnTo>
                    <a:pt x="1269746" y="5370449"/>
                  </a:lnTo>
                  <a:lnTo>
                    <a:pt x="1284097" y="5292725"/>
                  </a:lnTo>
                  <a:lnTo>
                    <a:pt x="1290447" y="5216525"/>
                  </a:lnTo>
                  <a:lnTo>
                    <a:pt x="1288796" y="5135499"/>
                  </a:lnTo>
                  <a:lnTo>
                    <a:pt x="1282446" y="5054600"/>
                  </a:lnTo>
                  <a:lnTo>
                    <a:pt x="1274572" y="4970399"/>
                  </a:lnTo>
                  <a:lnTo>
                    <a:pt x="1263396" y="4886325"/>
                  </a:lnTo>
                  <a:lnTo>
                    <a:pt x="1250696" y="4802124"/>
                  </a:lnTo>
                  <a:lnTo>
                    <a:pt x="1241171" y="4718050"/>
                  </a:lnTo>
                  <a:lnTo>
                    <a:pt x="1234821" y="4633849"/>
                  </a:lnTo>
                  <a:lnTo>
                    <a:pt x="1230122" y="4552950"/>
                  </a:lnTo>
                  <a:lnTo>
                    <a:pt x="1234821" y="4473575"/>
                  </a:lnTo>
                  <a:lnTo>
                    <a:pt x="1244346" y="4395724"/>
                  </a:lnTo>
                  <a:lnTo>
                    <a:pt x="1265047" y="4314825"/>
                  </a:lnTo>
                  <a:lnTo>
                    <a:pt x="1296797" y="4235450"/>
                  </a:lnTo>
                  <a:lnTo>
                    <a:pt x="1334770" y="4156075"/>
                  </a:lnTo>
                  <a:lnTo>
                    <a:pt x="1377696" y="4076700"/>
                  </a:lnTo>
                  <a:lnTo>
                    <a:pt x="1422146" y="3998849"/>
                  </a:lnTo>
                  <a:lnTo>
                    <a:pt x="1469771" y="3919474"/>
                  </a:lnTo>
                  <a:lnTo>
                    <a:pt x="1512570" y="3840099"/>
                  </a:lnTo>
                  <a:lnTo>
                    <a:pt x="1555496" y="3759200"/>
                  </a:lnTo>
                  <a:lnTo>
                    <a:pt x="1591945" y="3678174"/>
                  </a:lnTo>
                  <a:lnTo>
                    <a:pt x="1620520" y="3597275"/>
                  </a:lnTo>
                  <a:lnTo>
                    <a:pt x="1636395" y="3514725"/>
                  </a:lnTo>
                  <a:lnTo>
                    <a:pt x="1645920" y="3429000"/>
                  </a:lnTo>
                  <a:lnTo>
                    <a:pt x="1636395" y="3343275"/>
                  </a:lnTo>
                  <a:lnTo>
                    <a:pt x="1620520" y="3260725"/>
                  </a:lnTo>
                  <a:lnTo>
                    <a:pt x="1591945" y="3179699"/>
                  </a:lnTo>
                  <a:lnTo>
                    <a:pt x="1555496" y="3098800"/>
                  </a:lnTo>
                  <a:lnTo>
                    <a:pt x="1512570" y="3017774"/>
                  </a:lnTo>
                  <a:lnTo>
                    <a:pt x="1469771" y="2938399"/>
                  </a:lnTo>
                  <a:lnTo>
                    <a:pt x="1422146" y="2859024"/>
                  </a:lnTo>
                  <a:lnTo>
                    <a:pt x="1377696" y="2781300"/>
                  </a:lnTo>
                  <a:lnTo>
                    <a:pt x="1334770" y="2701925"/>
                  </a:lnTo>
                  <a:lnTo>
                    <a:pt x="1296797" y="2622550"/>
                  </a:lnTo>
                  <a:lnTo>
                    <a:pt x="1265047" y="2543175"/>
                  </a:lnTo>
                  <a:lnTo>
                    <a:pt x="1244346" y="2462149"/>
                  </a:lnTo>
                  <a:lnTo>
                    <a:pt x="1234821" y="2384425"/>
                  </a:lnTo>
                  <a:lnTo>
                    <a:pt x="1230122" y="2305050"/>
                  </a:lnTo>
                  <a:lnTo>
                    <a:pt x="1234821" y="2224024"/>
                  </a:lnTo>
                  <a:lnTo>
                    <a:pt x="1241171" y="2139950"/>
                  </a:lnTo>
                  <a:lnTo>
                    <a:pt x="1250696" y="2055749"/>
                  </a:lnTo>
                  <a:lnTo>
                    <a:pt x="1263396" y="1971675"/>
                  </a:lnTo>
                  <a:lnTo>
                    <a:pt x="1274572" y="1887474"/>
                  </a:lnTo>
                  <a:lnTo>
                    <a:pt x="1282446" y="1803400"/>
                  </a:lnTo>
                  <a:lnTo>
                    <a:pt x="1288796" y="1722374"/>
                  </a:lnTo>
                  <a:lnTo>
                    <a:pt x="1290447" y="1641475"/>
                  </a:lnTo>
                  <a:lnTo>
                    <a:pt x="1284097" y="1565275"/>
                  </a:lnTo>
                  <a:lnTo>
                    <a:pt x="1269746" y="1487424"/>
                  </a:lnTo>
                  <a:lnTo>
                    <a:pt x="1247521" y="1417574"/>
                  </a:lnTo>
                  <a:lnTo>
                    <a:pt x="1211072" y="1346200"/>
                  </a:lnTo>
                  <a:lnTo>
                    <a:pt x="1168146" y="1282700"/>
                  </a:lnTo>
                  <a:lnTo>
                    <a:pt x="1115822" y="1223899"/>
                  </a:lnTo>
                  <a:lnTo>
                    <a:pt x="1058672" y="1165225"/>
                  </a:lnTo>
                  <a:lnTo>
                    <a:pt x="996696" y="1111250"/>
                  </a:lnTo>
                  <a:lnTo>
                    <a:pt x="931672" y="1060450"/>
                  </a:lnTo>
                  <a:lnTo>
                    <a:pt x="730123" y="906399"/>
                  </a:lnTo>
                  <a:lnTo>
                    <a:pt x="666623" y="852424"/>
                  </a:lnTo>
                  <a:lnTo>
                    <a:pt x="606298" y="798449"/>
                  </a:lnTo>
                  <a:lnTo>
                    <a:pt x="553974" y="739775"/>
                  </a:lnTo>
                  <a:lnTo>
                    <a:pt x="506349" y="677799"/>
                  </a:lnTo>
                  <a:lnTo>
                    <a:pt x="463423" y="604774"/>
                  </a:lnTo>
                  <a:lnTo>
                    <a:pt x="426974" y="525399"/>
                  </a:lnTo>
                  <a:lnTo>
                    <a:pt x="398399" y="441325"/>
                  </a:lnTo>
                  <a:lnTo>
                    <a:pt x="371398" y="353949"/>
                  </a:lnTo>
                  <a:lnTo>
                    <a:pt x="349186" y="263525"/>
                  </a:lnTo>
                  <a:lnTo>
                    <a:pt x="323786" y="174625"/>
                  </a:lnTo>
                  <a:lnTo>
                    <a:pt x="298386" y="87249"/>
                  </a:lnTo>
                  <a:lnTo>
                    <a:pt x="271411" y="0"/>
                  </a:lnTo>
                  <a:close/>
                </a:path>
              </a:pathLst>
            </a:custGeom>
            <a:solidFill>
              <a:srgbClr val="61B4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900">
              <a:lnSpc>
                <a:spcPct val="100000"/>
              </a:lnSpc>
              <a:spcBef>
                <a:spcPts val="100"/>
              </a:spcBef>
              <a:tabLst>
                <a:tab pos="6435090" algn="l"/>
              </a:tabLst>
            </a:pPr>
            <a:r>
              <a:rPr dirty="0"/>
              <a:t>R</a:t>
            </a:r>
            <a:r>
              <a:rPr spc="-265" dirty="0"/>
              <a:t> </a:t>
            </a:r>
            <a:r>
              <a:rPr dirty="0"/>
              <a:t>E</a:t>
            </a:r>
            <a:r>
              <a:rPr spc="-260" dirty="0"/>
              <a:t> </a:t>
            </a:r>
            <a:r>
              <a:rPr dirty="0"/>
              <a:t>D</a:t>
            </a:r>
            <a:r>
              <a:rPr spc="-265" dirty="0"/>
              <a:t> </a:t>
            </a:r>
            <a:r>
              <a:rPr dirty="0"/>
              <a:t>E</a:t>
            </a:r>
            <a:r>
              <a:rPr spc="-260" dirty="0"/>
              <a:t> </a:t>
            </a:r>
            <a:r>
              <a:rPr dirty="0"/>
              <a:t>F</a:t>
            </a:r>
            <a:r>
              <a:rPr spc="-260" dirty="0"/>
              <a:t> </a:t>
            </a:r>
            <a:r>
              <a:rPr dirty="0"/>
              <a:t>I</a:t>
            </a:r>
            <a:r>
              <a:rPr spc="-265" dirty="0"/>
              <a:t> </a:t>
            </a:r>
            <a:r>
              <a:rPr dirty="0"/>
              <a:t>N</a:t>
            </a:r>
            <a:r>
              <a:rPr spc="-260" dirty="0"/>
              <a:t> </a:t>
            </a:r>
            <a:r>
              <a:rPr dirty="0"/>
              <a:t>I</a:t>
            </a:r>
            <a:r>
              <a:rPr spc="-275" dirty="0"/>
              <a:t> </a:t>
            </a:r>
            <a:r>
              <a:rPr dirty="0"/>
              <a:t>N</a:t>
            </a:r>
            <a:r>
              <a:rPr spc="-260" dirty="0"/>
              <a:t> </a:t>
            </a:r>
            <a:r>
              <a:rPr dirty="0"/>
              <a:t>G	D</a:t>
            </a:r>
            <a:r>
              <a:rPr spc="-280" dirty="0"/>
              <a:t> </a:t>
            </a:r>
            <a:r>
              <a:rPr dirty="0"/>
              <a:t>E</a:t>
            </a:r>
            <a:r>
              <a:rPr spc="-270" dirty="0"/>
              <a:t> </a:t>
            </a:r>
            <a:r>
              <a:rPr dirty="0"/>
              <a:t>M</a:t>
            </a:r>
            <a:r>
              <a:rPr spc="-280" dirty="0"/>
              <a:t> </a:t>
            </a:r>
            <a:r>
              <a:rPr dirty="0"/>
              <a:t>O</a:t>
            </a:r>
            <a:r>
              <a:rPr spc="-275" dirty="0"/>
              <a:t> </a:t>
            </a:r>
            <a:r>
              <a:rPr dirty="0"/>
              <a:t>C</a:t>
            </a:r>
            <a:r>
              <a:rPr spc="-275" dirty="0"/>
              <a:t> </a:t>
            </a:r>
            <a:r>
              <a:rPr dirty="0"/>
              <a:t>R</a:t>
            </a:r>
            <a:r>
              <a:rPr spc="-275" dirty="0"/>
              <a:t> </a:t>
            </a:r>
            <a:r>
              <a:rPr dirty="0"/>
              <a:t>A</a:t>
            </a:r>
            <a:r>
              <a:rPr spc="-275" dirty="0"/>
              <a:t> </a:t>
            </a:r>
            <a:r>
              <a:rPr dirty="0"/>
              <a:t>C</a:t>
            </a:r>
            <a:r>
              <a:rPr spc="-270" dirty="0"/>
              <a:t> </a:t>
            </a:r>
            <a:r>
              <a:rPr dirty="0"/>
              <a:t>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07590">
              <a:lnSpc>
                <a:spcPts val="2280"/>
              </a:lnSpc>
              <a:spcBef>
                <a:spcPts val="105"/>
              </a:spcBef>
              <a:tabLst>
                <a:tab pos="3134995" algn="l"/>
                <a:tab pos="5365115" algn="l"/>
                <a:tab pos="5963285" algn="l"/>
                <a:tab pos="8249284" algn="l"/>
                <a:tab pos="9262745" algn="l"/>
              </a:tabLst>
            </a:pPr>
            <a:r>
              <a:rPr spc="215" dirty="0"/>
              <a:t>T</a:t>
            </a:r>
            <a:r>
              <a:rPr spc="-215" dirty="0"/>
              <a:t> </a:t>
            </a:r>
            <a:r>
              <a:rPr spc="300" dirty="0"/>
              <a:t>H</a:t>
            </a:r>
            <a:r>
              <a:rPr spc="-210" dirty="0"/>
              <a:t> </a:t>
            </a:r>
            <a:r>
              <a:rPr spc="130" dirty="0"/>
              <a:t>E	</a:t>
            </a:r>
            <a:r>
              <a:rPr spc="320" dirty="0"/>
              <a:t>D</a:t>
            </a:r>
            <a:r>
              <a:rPr spc="-204" dirty="0"/>
              <a:t> </a:t>
            </a:r>
            <a:r>
              <a:rPr spc="130" dirty="0"/>
              <a:t>E</a:t>
            </a:r>
            <a:r>
              <a:rPr spc="-210" dirty="0"/>
              <a:t> </a:t>
            </a:r>
            <a:r>
              <a:rPr spc="40" dirty="0"/>
              <a:t>F</a:t>
            </a:r>
            <a:r>
              <a:rPr spc="-210" dirty="0"/>
              <a:t> </a:t>
            </a:r>
            <a:r>
              <a:rPr spc="110" dirty="0"/>
              <a:t>I</a:t>
            </a:r>
            <a:r>
              <a:rPr spc="-200" dirty="0"/>
              <a:t> </a:t>
            </a:r>
            <a:r>
              <a:rPr spc="355" dirty="0"/>
              <a:t>N</a:t>
            </a:r>
            <a:r>
              <a:rPr spc="-210" dirty="0"/>
              <a:t> </a:t>
            </a:r>
            <a:r>
              <a:rPr spc="110" dirty="0"/>
              <a:t>I</a:t>
            </a:r>
            <a:r>
              <a:rPr spc="-204" dirty="0"/>
              <a:t> </a:t>
            </a:r>
            <a:r>
              <a:rPr spc="215" dirty="0"/>
              <a:t>T</a:t>
            </a:r>
            <a:r>
              <a:rPr spc="-210" dirty="0"/>
              <a:t> </a:t>
            </a:r>
            <a:r>
              <a:rPr spc="110" dirty="0"/>
              <a:t>I</a:t>
            </a:r>
            <a:r>
              <a:rPr spc="-204" dirty="0"/>
              <a:t> </a:t>
            </a:r>
            <a:r>
              <a:rPr spc="345" dirty="0"/>
              <a:t>O</a:t>
            </a:r>
            <a:r>
              <a:rPr spc="-210" dirty="0"/>
              <a:t> </a:t>
            </a:r>
            <a:r>
              <a:rPr spc="355" dirty="0"/>
              <a:t>N	</a:t>
            </a:r>
            <a:r>
              <a:rPr spc="345" dirty="0"/>
              <a:t>O</a:t>
            </a:r>
            <a:r>
              <a:rPr spc="-204" dirty="0"/>
              <a:t> </a:t>
            </a:r>
            <a:r>
              <a:rPr spc="40" dirty="0"/>
              <a:t>F	</a:t>
            </a:r>
            <a:r>
              <a:rPr spc="320" dirty="0"/>
              <a:t>D</a:t>
            </a:r>
            <a:r>
              <a:rPr spc="-210" dirty="0"/>
              <a:t> </a:t>
            </a:r>
            <a:r>
              <a:rPr spc="130" dirty="0"/>
              <a:t>E</a:t>
            </a:r>
            <a:r>
              <a:rPr spc="-210" dirty="0"/>
              <a:t> </a:t>
            </a:r>
            <a:r>
              <a:rPr spc="280" dirty="0"/>
              <a:t>M</a:t>
            </a:r>
            <a:r>
              <a:rPr spc="-204" dirty="0"/>
              <a:t> </a:t>
            </a:r>
            <a:r>
              <a:rPr spc="345" dirty="0"/>
              <a:t>O</a:t>
            </a:r>
            <a:r>
              <a:rPr spc="-210" dirty="0"/>
              <a:t> </a:t>
            </a:r>
            <a:r>
              <a:rPr spc="320" dirty="0"/>
              <a:t>C</a:t>
            </a:r>
            <a:r>
              <a:rPr spc="-204" dirty="0"/>
              <a:t> </a:t>
            </a:r>
            <a:r>
              <a:rPr spc="130" dirty="0"/>
              <a:t>R</a:t>
            </a:r>
            <a:r>
              <a:rPr spc="-210" dirty="0"/>
              <a:t> </a:t>
            </a:r>
            <a:r>
              <a:rPr spc="295" dirty="0"/>
              <a:t>A</a:t>
            </a:r>
            <a:r>
              <a:rPr spc="-295" dirty="0"/>
              <a:t> </a:t>
            </a:r>
            <a:r>
              <a:rPr spc="320" dirty="0"/>
              <a:t>C</a:t>
            </a:r>
            <a:r>
              <a:rPr spc="-210" dirty="0"/>
              <a:t> </a:t>
            </a:r>
            <a:r>
              <a:rPr spc="190" dirty="0"/>
              <a:t>Y	</a:t>
            </a:r>
            <a:r>
              <a:rPr spc="570" dirty="0"/>
              <a:t>W</a:t>
            </a:r>
            <a:r>
              <a:rPr spc="-210" dirty="0"/>
              <a:t> </a:t>
            </a:r>
            <a:r>
              <a:rPr spc="110" dirty="0"/>
              <a:t>I</a:t>
            </a:r>
            <a:r>
              <a:rPr spc="-200" dirty="0"/>
              <a:t> </a:t>
            </a:r>
            <a:r>
              <a:rPr spc="125" dirty="0"/>
              <a:t>L</a:t>
            </a:r>
            <a:r>
              <a:rPr spc="-210" dirty="0"/>
              <a:t> </a:t>
            </a:r>
            <a:r>
              <a:rPr spc="125" dirty="0"/>
              <a:t>L	</a:t>
            </a:r>
            <a:r>
              <a:rPr spc="204" dirty="0"/>
              <a:t>B</a:t>
            </a:r>
            <a:r>
              <a:rPr spc="-210" dirty="0"/>
              <a:t> </a:t>
            </a:r>
            <a:r>
              <a:rPr spc="130" dirty="0"/>
              <a:t>E</a:t>
            </a:r>
          </a:p>
          <a:p>
            <a:pPr marL="2307590" marR="521970">
              <a:lnSpc>
                <a:spcPts val="2160"/>
              </a:lnSpc>
              <a:spcBef>
                <a:spcPts val="150"/>
              </a:spcBef>
              <a:tabLst>
                <a:tab pos="4398010" algn="l"/>
                <a:tab pos="4819650" algn="l"/>
                <a:tab pos="5647055" algn="l"/>
                <a:tab pos="7892415" algn="l"/>
                <a:tab pos="8672195" algn="l"/>
                <a:tab pos="9976485" algn="l"/>
              </a:tabLst>
            </a:pPr>
            <a:r>
              <a:rPr spc="135" dirty="0"/>
              <a:t>R</a:t>
            </a:r>
            <a:r>
              <a:rPr spc="-215" dirty="0"/>
              <a:t> </a:t>
            </a:r>
            <a:r>
              <a:rPr spc="135" dirty="0"/>
              <a:t>E</a:t>
            </a:r>
            <a:r>
              <a:rPr spc="-215" dirty="0"/>
              <a:t> </a:t>
            </a:r>
            <a:r>
              <a:rPr spc="320" dirty="0"/>
              <a:t>D</a:t>
            </a:r>
            <a:r>
              <a:rPr spc="-210" dirty="0"/>
              <a:t> </a:t>
            </a:r>
            <a:r>
              <a:rPr spc="135" dirty="0"/>
              <a:t>E</a:t>
            </a:r>
            <a:r>
              <a:rPr spc="-215" dirty="0"/>
              <a:t> </a:t>
            </a:r>
            <a:r>
              <a:rPr spc="40" dirty="0"/>
              <a:t>F</a:t>
            </a:r>
            <a:r>
              <a:rPr spc="-210" dirty="0"/>
              <a:t> </a:t>
            </a:r>
            <a:r>
              <a:rPr spc="110" dirty="0"/>
              <a:t>I</a:t>
            </a:r>
            <a:r>
              <a:rPr spc="-210" dirty="0"/>
              <a:t> </a:t>
            </a:r>
            <a:r>
              <a:rPr spc="355" dirty="0"/>
              <a:t>N</a:t>
            </a:r>
            <a:r>
              <a:rPr spc="-210" dirty="0"/>
              <a:t> </a:t>
            </a:r>
            <a:r>
              <a:rPr spc="135" dirty="0"/>
              <a:t>E</a:t>
            </a:r>
            <a:r>
              <a:rPr spc="-215" dirty="0"/>
              <a:t> </a:t>
            </a:r>
            <a:r>
              <a:rPr spc="320" dirty="0"/>
              <a:t>D</a:t>
            </a:r>
            <a:r>
              <a:rPr dirty="0"/>
              <a:t>	</a:t>
            </a:r>
            <a:r>
              <a:rPr spc="110" dirty="0"/>
              <a:t>I</a:t>
            </a:r>
            <a:r>
              <a:rPr spc="-210" dirty="0"/>
              <a:t> </a:t>
            </a:r>
            <a:r>
              <a:rPr spc="40" dirty="0"/>
              <a:t>F</a:t>
            </a:r>
            <a:r>
              <a:rPr dirty="0"/>
              <a:t>	</a:t>
            </a:r>
            <a:r>
              <a:rPr spc="215" dirty="0"/>
              <a:t>T</a:t>
            </a:r>
            <a:r>
              <a:rPr spc="-215" dirty="0"/>
              <a:t> </a:t>
            </a:r>
            <a:r>
              <a:rPr spc="300" dirty="0"/>
              <a:t>H</a:t>
            </a:r>
            <a:r>
              <a:rPr spc="-215" dirty="0"/>
              <a:t> </a:t>
            </a:r>
            <a:r>
              <a:rPr spc="135" dirty="0"/>
              <a:t>E</a:t>
            </a:r>
            <a:r>
              <a:rPr dirty="0"/>
              <a:t>	</a:t>
            </a:r>
            <a:r>
              <a:rPr spc="40" dirty="0"/>
              <a:t>F</a:t>
            </a:r>
            <a:r>
              <a:rPr spc="-210" dirty="0"/>
              <a:t> </a:t>
            </a:r>
            <a:r>
              <a:rPr spc="345" dirty="0"/>
              <a:t>O</a:t>
            </a:r>
            <a:r>
              <a:rPr spc="-215" dirty="0"/>
              <a:t> </a:t>
            </a:r>
            <a:r>
              <a:rPr spc="125" dirty="0"/>
              <a:t>L</a:t>
            </a:r>
            <a:r>
              <a:rPr spc="-210" dirty="0"/>
              <a:t> </a:t>
            </a:r>
            <a:r>
              <a:rPr spc="125" dirty="0"/>
              <a:t>L</a:t>
            </a:r>
            <a:r>
              <a:rPr spc="-210" dirty="0"/>
              <a:t> </a:t>
            </a:r>
            <a:r>
              <a:rPr spc="615" dirty="0"/>
              <a:t>O</a:t>
            </a:r>
            <a:r>
              <a:rPr spc="570" dirty="0"/>
              <a:t>W</a:t>
            </a:r>
            <a:r>
              <a:rPr spc="-210" dirty="0"/>
              <a:t> </a:t>
            </a:r>
            <a:r>
              <a:rPr spc="110" dirty="0"/>
              <a:t>I</a:t>
            </a:r>
            <a:r>
              <a:rPr spc="-210" dirty="0"/>
              <a:t> </a:t>
            </a:r>
            <a:r>
              <a:rPr spc="355" dirty="0"/>
              <a:t>N</a:t>
            </a:r>
            <a:r>
              <a:rPr spc="-210" dirty="0"/>
              <a:t> </a:t>
            </a:r>
            <a:r>
              <a:rPr spc="285" dirty="0"/>
              <a:t>G</a:t>
            </a:r>
            <a:r>
              <a:rPr dirty="0"/>
              <a:t>	</a:t>
            </a:r>
            <a:r>
              <a:rPr spc="295" dirty="0"/>
              <a:t>A</a:t>
            </a:r>
            <a:r>
              <a:rPr spc="-215" dirty="0"/>
              <a:t> </a:t>
            </a:r>
            <a:r>
              <a:rPr spc="135" dirty="0"/>
              <a:t>R</a:t>
            </a:r>
            <a:r>
              <a:rPr spc="-215" dirty="0"/>
              <a:t> </a:t>
            </a:r>
            <a:r>
              <a:rPr spc="135" dirty="0"/>
              <a:t>E</a:t>
            </a:r>
            <a:r>
              <a:rPr dirty="0"/>
              <a:t>	</a:t>
            </a:r>
            <a:r>
              <a:rPr spc="295" dirty="0"/>
              <a:t>A</a:t>
            </a:r>
            <a:r>
              <a:rPr spc="-215" dirty="0"/>
              <a:t> </a:t>
            </a:r>
            <a:r>
              <a:rPr spc="320" dirty="0"/>
              <a:t>D</a:t>
            </a:r>
            <a:r>
              <a:rPr spc="-210" dirty="0"/>
              <a:t> </a:t>
            </a:r>
            <a:r>
              <a:rPr spc="320" dirty="0"/>
              <a:t>D</a:t>
            </a:r>
            <a:r>
              <a:rPr spc="-210" dirty="0"/>
              <a:t> </a:t>
            </a:r>
            <a:r>
              <a:rPr spc="135" dirty="0"/>
              <a:t>E</a:t>
            </a:r>
            <a:r>
              <a:rPr spc="-215" dirty="0"/>
              <a:t> </a:t>
            </a:r>
            <a:r>
              <a:rPr spc="320" dirty="0"/>
              <a:t>D</a:t>
            </a:r>
            <a:r>
              <a:rPr dirty="0"/>
              <a:t>	</a:t>
            </a:r>
            <a:r>
              <a:rPr spc="470" dirty="0"/>
              <a:t>T</a:t>
            </a:r>
            <a:r>
              <a:rPr spc="195" dirty="0"/>
              <a:t>O   </a:t>
            </a:r>
            <a:r>
              <a:rPr spc="110" dirty="0"/>
              <a:t>I</a:t>
            </a:r>
            <a:r>
              <a:rPr spc="-215" dirty="0"/>
              <a:t> </a:t>
            </a:r>
            <a:r>
              <a:rPr spc="215" dirty="0"/>
              <a:t>T</a:t>
            </a:r>
            <a:r>
              <a:rPr spc="-275" dirty="0"/>
              <a:t> </a:t>
            </a:r>
            <a:r>
              <a:rPr spc="-195" dirty="0"/>
              <a:t>:</a:t>
            </a:r>
          </a:p>
          <a:p>
            <a:pPr marL="2650490" marR="575945" indent="-342900">
              <a:lnSpc>
                <a:spcPts val="2160"/>
              </a:lnSpc>
              <a:spcBef>
                <a:spcPts val="710"/>
              </a:spcBef>
              <a:buClr>
                <a:srgbClr val="F3F3F1"/>
              </a:buClr>
              <a:buFont typeface="Arial"/>
              <a:buChar char="•"/>
              <a:tabLst>
                <a:tab pos="2649855" algn="l"/>
                <a:tab pos="2650490" algn="l"/>
                <a:tab pos="3477895" algn="l"/>
                <a:tab pos="3642360" algn="l"/>
                <a:tab pos="4384675" algn="l"/>
                <a:tab pos="4917440" algn="l"/>
                <a:tab pos="5212715" algn="l"/>
                <a:tab pos="6487795" algn="l"/>
                <a:tab pos="6612890" algn="l"/>
                <a:tab pos="7154545" algn="l"/>
                <a:tab pos="7980680" algn="l"/>
                <a:tab pos="9439910" algn="l"/>
              </a:tabLst>
            </a:pP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R</a:t>
            </a:r>
            <a:r>
              <a:rPr spc="-265" dirty="0">
                <a:solidFill>
                  <a:srgbClr val="61B4C5"/>
                </a:solidFill>
              </a:rPr>
              <a:t> </a:t>
            </a:r>
            <a:r>
              <a:rPr spc="290" dirty="0">
                <a:solidFill>
                  <a:srgbClr val="61B4C5"/>
                </a:solidFill>
              </a:rPr>
              <a:t>U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R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	</a:t>
            </a: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C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D		</a:t>
            </a:r>
            <a:r>
              <a:rPr spc="204" dirty="0">
                <a:solidFill>
                  <a:srgbClr val="61B4C5"/>
                </a:solidFill>
              </a:rPr>
              <a:t>B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90" dirty="0">
                <a:solidFill>
                  <a:srgbClr val="61B4C5"/>
                </a:solidFill>
              </a:rPr>
              <a:t>Y	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140" dirty="0">
                <a:solidFill>
                  <a:srgbClr val="61B4C5"/>
                </a:solidFill>
              </a:rPr>
              <a:t>P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40" dirty="0">
                <a:solidFill>
                  <a:srgbClr val="61B4C5"/>
                </a:solidFill>
              </a:rPr>
              <a:t>P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280" dirty="0">
                <a:solidFill>
                  <a:srgbClr val="61B4C5"/>
                </a:solidFill>
              </a:rPr>
              <a:t>M</a:t>
            </a:r>
            <a:r>
              <a:rPr spc="-240" dirty="0">
                <a:solidFill>
                  <a:srgbClr val="61B4C5"/>
                </a:solidFill>
              </a:rPr>
              <a:t> </a:t>
            </a:r>
            <a:r>
              <a:rPr spc="290" dirty="0">
                <a:solidFill>
                  <a:srgbClr val="61B4C5"/>
                </a:solidFill>
              </a:rPr>
              <a:t>U</a:t>
            </a:r>
            <a:r>
              <a:rPr spc="-240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</a:t>
            </a:r>
            <a:r>
              <a:rPr spc="-240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  </a:t>
            </a:r>
            <a:r>
              <a:rPr spc="330" dirty="0">
                <a:solidFill>
                  <a:srgbClr val="61B4C5"/>
                </a:solidFill>
              </a:rPr>
              <a:t>TA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204" dirty="0">
                <a:solidFill>
                  <a:srgbClr val="61B4C5"/>
                </a:solidFill>
              </a:rPr>
              <a:t>K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295" dirty="0">
                <a:solidFill>
                  <a:srgbClr val="61B4C5"/>
                </a:solidFill>
              </a:rPr>
              <a:t>A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	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280" dirty="0">
                <a:solidFill>
                  <a:srgbClr val="61B4C5"/>
                </a:solidFill>
              </a:rPr>
              <a:t>M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95" dirty="0">
                <a:solidFill>
                  <a:srgbClr val="61B4C5"/>
                </a:solidFill>
              </a:rPr>
              <a:t>A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-400" dirty="0">
                <a:solidFill>
                  <a:srgbClr val="61B4C5"/>
                </a:solidFill>
              </a:rPr>
              <a:t>J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R	</a:t>
            </a:r>
            <a:r>
              <a:rPr spc="320" dirty="0">
                <a:solidFill>
                  <a:srgbClr val="61B4C5"/>
                </a:solidFill>
              </a:rPr>
              <a:t>D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C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-195" dirty="0">
                <a:solidFill>
                  <a:srgbClr val="61B4C5"/>
                </a:solidFill>
              </a:rPr>
              <a:t>;</a:t>
            </a:r>
          </a:p>
          <a:p>
            <a:pPr marL="2650490" indent="-342900">
              <a:lnSpc>
                <a:spcPts val="2280"/>
              </a:lnSpc>
              <a:spcBef>
                <a:spcPts val="425"/>
              </a:spcBef>
              <a:buClr>
                <a:srgbClr val="F3F3F1"/>
              </a:buClr>
              <a:buFont typeface="Arial"/>
              <a:buChar char="•"/>
              <a:tabLst>
                <a:tab pos="2649855" algn="l"/>
                <a:tab pos="2650490" algn="l"/>
                <a:tab pos="4756150" algn="l"/>
                <a:tab pos="5850890" algn="l"/>
                <a:tab pos="7061834" algn="l"/>
                <a:tab pos="7432040" algn="l"/>
                <a:tab pos="8898890" algn="l"/>
                <a:tab pos="9787890" algn="l"/>
              </a:tabLst>
            </a:pP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C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	</a:t>
            </a:r>
            <a:r>
              <a:rPr spc="280" dirty="0">
                <a:solidFill>
                  <a:srgbClr val="61B4C5"/>
                </a:solidFill>
              </a:rPr>
              <a:t>M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290" dirty="0">
                <a:solidFill>
                  <a:srgbClr val="61B4C5"/>
                </a:solidFill>
              </a:rPr>
              <a:t>U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	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40" dirty="0">
                <a:solidFill>
                  <a:srgbClr val="61B4C5"/>
                </a:solidFill>
              </a:rPr>
              <a:t>F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40" dirty="0">
                <a:solidFill>
                  <a:srgbClr val="61B4C5"/>
                </a:solidFill>
              </a:rPr>
              <a:t>F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R	</a:t>
            </a:r>
            <a:r>
              <a:rPr spc="295" dirty="0">
                <a:solidFill>
                  <a:srgbClr val="61B4C5"/>
                </a:solidFill>
              </a:rPr>
              <a:t>A	</a:t>
            </a:r>
            <a:r>
              <a:rPr spc="320" dirty="0">
                <a:solidFill>
                  <a:srgbClr val="61B4C5"/>
                </a:solidFill>
              </a:rPr>
              <a:t>C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C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295" dirty="0">
                <a:solidFill>
                  <a:srgbClr val="61B4C5"/>
                </a:solidFill>
              </a:rPr>
              <a:t>A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D	</a:t>
            </a:r>
            <a:r>
              <a:rPr spc="40" dirty="0">
                <a:solidFill>
                  <a:srgbClr val="61B4C5"/>
                </a:solidFill>
              </a:rPr>
              <a:t>F</a:t>
            </a:r>
            <a:r>
              <a:rPr spc="-335" dirty="0">
                <a:solidFill>
                  <a:srgbClr val="61B4C5"/>
                </a:solidFill>
              </a:rPr>
              <a:t> </a:t>
            </a:r>
            <a:r>
              <a:rPr spc="295" dirty="0">
                <a:solidFill>
                  <a:srgbClr val="61B4C5"/>
                </a:solidFill>
              </a:rPr>
              <a:t>A</a:t>
            </a:r>
            <a:r>
              <a:rPr spc="-220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R</a:t>
            </a:r>
          </a:p>
          <a:p>
            <a:pPr marL="2650490">
              <a:lnSpc>
                <a:spcPts val="2160"/>
              </a:lnSpc>
              <a:tabLst>
                <a:tab pos="5274310" algn="l"/>
                <a:tab pos="5846445" algn="l"/>
                <a:tab pos="6673850" algn="l"/>
                <a:tab pos="8093709" algn="l"/>
                <a:tab pos="8703945" algn="l"/>
                <a:tab pos="10276205" algn="l"/>
              </a:tabLst>
            </a:pP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40" dirty="0">
                <a:solidFill>
                  <a:srgbClr val="61B4C5"/>
                </a:solidFill>
              </a:rPr>
              <a:t>P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40" dirty="0">
                <a:solidFill>
                  <a:srgbClr val="61B4C5"/>
                </a:solidFill>
              </a:rPr>
              <a:t>P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10" dirty="0">
                <a:solidFill>
                  <a:srgbClr val="61B4C5"/>
                </a:solidFill>
              </a:rPr>
              <a:t>RT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290" dirty="0">
                <a:solidFill>
                  <a:srgbClr val="61B4C5"/>
                </a:solidFill>
              </a:rPr>
              <a:t>U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90" dirty="0">
                <a:solidFill>
                  <a:srgbClr val="61B4C5"/>
                </a:solidFill>
              </a:rPr>
              <a:t>Y	</a:t>
            </a:r>
            <a:r>
              <a:rPr spc="409" dirty="0">
                <a:solidFill>
                  <a:srgbClr val="61B4C5"/>
                </a:solidFill>
              </a:rPr>
              <a:t>TO	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140" dirty="0">
                <a:solidFill>
                  <a:srgbClr val="61B4C5"/>
                </a:solidFill>
              </a:rPr>
              <a:t>P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40" dirty="0">
                <a:solidFill>
                  <a:srgbClr val="61B4C5"/>
                </a:solidFill>
              </a:rPr>
              <a:t>P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409" dirty="0">
                <a:solidFill>
                  <a:srgbClr val="61B4C5"/>
                </a:solidFill>
              </a:rPr>
              <a:t>TO	</a:t>
            </a:r>
            <a:r>
              <a:rPr spc="320" dirty="0">
                <a:solidFill>
                  <a:srgbClr val="61B4C5"/>
                </a:solidFill>
              </a:rPr>
              <a:t>C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95" dirty="0">
                <a:solidFill>
                  <a:srgbClr val="61B4C5"/>
                </a:solidFill>
              </a:rPr>
              <a:t>A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85" dirty="0">
                <a:solidFill>
                  <a:srgbClr val="61B4C5"/>
                </a:solidFill>
              </a:rPr>
              <a:t>G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54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5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</a:t>
            </a:r>
          </a:p>
          <a:p>
            <a:pPr marL="2650490">
              <a:lnSpc>
                <a:spcPts val="2280"/>
              </a:lnSpc>
              <a:tabLst>
                <a:tab pos="4431030" algn="l"/>
              </a:tabLst>
            </a:pPr>
            <a:r>
              <a:rPr spc="320" dirty="0">
                <a:solidFill>
                  <a:srgbClr val="61B4C5"/>
                </a:solidFill>
              </a:rPr>
              <a:t>C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295" dirty="0">
                <a:solidFill>
                  <a:srgbClr val="61B4C5"/>
                </a:solidFill>
              </a:rPr>
              <a:t>U</a:t>
            </a:r>
            <a:r>
              <a:rPr spc="-220" dirty="0">
                <a:solidFill>
                  <a:srgbClr val="61B4C5"/>
                </a:solidFill>
              </a:rPr>
              <a:t> </a:t>
            </a:r>
            <a:r>
              <a:rPr spc="135" dirty="0">
                <a:solidFill>
                  <a:srgbClr val="61B4C5"/>
                </a:solidFill>
              </a:rPr>
              <a:t>R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5" dirty="0">
                <a:solidFill>
                  <a:srgbClr val="61B4C5"/>
                </a:solidFill>
              </a:rPr>
              <a:t>R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35" dirty="0">
                <a:solidFill>
                  <a:srgbClr val="61B4C5"/>
                </a:solidFill>
              </a:rPr>
              <a:t>E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	</a:t>
            </a:r>
            <a:r>
              <a:rPr spc="135" dirty="0">
                <a:solidFill>
                  <a:srgbClr val="61B4C5"/>
                </a:solidFill>
              </a:rPr>
              <a:t>R</a:t>
            </a:r>
            <a:r>
              <a:rPr spc="-275" dirty="0">
                <a:solidFill>
                  <a:srgbClr val="61B4C5"/>
                </a:solidFill>
              </a:rPr>
              <a:t> </a:t>
            </a:r>
            <a:r>
              <a:rPr spc="295" dirty="0">
                <a:solidFill>
                  <a:srgbClr val="61B4C5"/>
                </a:solidFill>
              </a:rPr>
              <a:t>U</a:t>
            </a:r>
            <a:r>
              <a:rPr spc="-225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5" dirty="0">
                <a:solidFill>
                  <a:srgbClr val="61B4C5"/>
                </a:solidFill>
              </a:rPr>
              <a:t>E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35" dirty="0">
                <a:solidFill>
                  <a:srgbClr val="61B4C5"/>
                </a:solidFill>
              </a:rPr>
              <a:t>R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-195" dirty="0">
                <a:solidFill>
                  <a:srgbClr val="61B4C5"/>
                </a:solidFill>
              </a:rPr>
              <a:t>;</a:t>
            </a:r>
          </a:p>
          <a:p>
            <a:pPr marL="2650490" marR="261620" indent="-342900">
              <a:lnSpc>
                <a:spcPts val="2160"/>
              </a:lnSpc>
              <a:spcBef>
                <a:spcPts val="730"/>
              </a:spcBef>
              <a:buClr>
                <a:srgbClr val="F3F3F1"/>
              </a:buClr>
              <a:buFont typeface="Arial"/>
              <a:buChar char="•"/>
              <a:tabLst>
                <a:tab pos="2649855" algn="l"/>
                <a:tab pos="2650490" algn="l"/>
                <a:tab pos="3604260" algn="l"/>
                <a:tab pos="4658995" algn="l"/>
                <a:tab pos="5073015" algn="l"/>
                <a:tab pos="5243195" algn="l"/>
                <a:tab pos="5960745" algn="l"/>
                <a:tab pos="5986780" algn="l"/>
                <a:tab pos="6813550" algn="l"/>
                <a:tab pos="8272780" algn="l"/>
                <a:tab pos="8622665" algn="l"/>
                <a:tab pos="8904605" algn="l"/>
                <a:tab pos="9538970" algn="l"/>
                <a:tab pos="10202545" algn="l"/>
              </a:tabLst>
            </a:pP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	</a:t>
            </a:r>
            <a:r>
              <a:rPr spc="320" dirty="0">
                <a:solidFill>
                  <a:srgbClr val="61B4C5"/>
                </a:solidFill>
              </a:rPr>
              <a:t>C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C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295" dirty="0">
                <a:solidFill>
                  <a:srgbClr val="61B4C5"/>
                </a:solidFill>
              </a:rPr>
              <a:t>A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D	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40" dirty="0">
                <a:solidFill>
                  <a:srgbClr val="61B4C5"/>
                </a:solidFill>
              </a:rPr>
              <a:t>P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40" dirty="0">
                <a:solidFill>
                  <a:srgbClr val="61B4C5"/>
                </a:solidFill>
              </a:rPr>
              <a:t>P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10" dirty="0">
                <a:solidFill>
                  <a:srgbClr val="61B4C5"/>
                </a:solidFill>
              </a:rPr>
              <a:t>RT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290" dirty="0">
                <a:solidFill>
                  <a:srgbClr val="61B4C5"/>
                </a:solidFill>
              </a:rPr>
              <a:t>U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90" dirty="0">
                <a:solidFill>
                  <a:srgbClr val="61B4C5"/>
                </a:solidFill>
              </a:rPr>
              <a:t>Y	</a:t>
            </a:r>
            <a:r>
              <a:rPr spc="185" dirty="0">
                <a:solidFill>
                  <a:srgbClr val="61B4C5"/>
                </a:solidFill>
              </a:rPr>
              <a:t>S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90" dirty="0">
                <a:solidFill>
                  <a:srgbClr val="61B4C5"/>
                </a:solidFill>
              </a:rPr>
              <a:t>U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D	</a:t>
            </a:r>
            <a:r>
              <a:rPr spc="204" dirty="0">
                <a:solidFill>
                  <a:srgbClr val="61B4C5"/>
                </a:solidFill>
              </a:rPr>
              <a:t>B </a:t>
            </a:r>
            <a:r>
              <a:rPr spc="130" dirty="0">
                <a:solidFill>
                  <a:srgbClr val="61B4C5"/>
                </a:solidFill>
              </a:rPr>
              <a:t>E  </a:t>
            </a:r>
            <a:r>
              <a:rPr spc="415" dirty="0">
                <a:solidFill>
                  <a:srgbClr val="61B4C5"/>
                </a:solidFill>
              </a:rPr>
              <a:t>AVA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95" dirty="0">
                <a:solidFill>
                  <a:srgbClr val="61B4C5"/>
                </a:solidFill>
              </a:rPr>
              <a:t>A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204" dirty="0">
                <a:solidFill>
                  <a:srgbClr val="61B4C5"/>
                </a:solidFill>
              </a:rPr>
              <a:t>B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409" dirty="0">
                <a:solidFill>
                  <a:srgbClr val="61B4C5"/>
                </a:solidFill>
              </a:rPr>
              <a:t>TO	</a:t>
            </a:r>
            <a:r>
              <a:rPr spc="295" dirty="0">
                <a:solidFill>
                  <a:srgbClr val="61B4C5"/>
                </a:solidFill>
              </a:rPr>
              <a:t>A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		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140" dirty="0">
                <a:solidFill>
                  <a:srgbClr val="61B4C5"/>
                </a:solidFill>
              </a:rPr>
              <a:t>P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40" dirty="0">
                <a:solidFill>
                  <a:srgbClr val="61B4C5"/>
                </a:solidFill>
              </a:rPr>
              <a:t>P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	</a:t>
            </a:r>
            <a:r>
              <a:rPr spc="295" dirty="0">
                <a:solidFill>
                  <a:srgbClr val="61B4C5"/>
                </a:solidFill>
              </a:rPr>
              <a:t>A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	</a:t>
            </a: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29" dirty="0">
                <a:solidFill>
                  <a:srgbClr val="61B4C5"/>
                </a:solidFill>
              </a:rPr>
              <a:t> </a:t>
            </a:r>
            <a:r>
              <a:rPr spc="335" dirty="0">
                <a:solidFill>
                  <a:srgbClr val="61B4C5"/>
                </a:solidFill>
              </a:rPr>
              <a:t>Q</a:t>
            </a:r>
            <a:r>
              <a:rPr spc="-235" dirty="0">
                <a:solidFill>
                  <a:srgbClr val="61B4C5"/>
                </a:solidFill>
              </a:rPr>
              <a:t> </a:t>
            </a:r>
            <a:r>
              <a:rPr spc="290" dirty="0">
                <a:solidFill>
                  <a:srgbClr val="61B4C5"/>
                </a:solidFill>
              </a:rPr>
              <a:t>U</a:t>
            </a:r>
            <a:r>
              <a:rPr spc="-315" dirty="0">
                <a:solidFill>
                  <a:srgbClr val="61B4C5"/>
                </a:solidFill>
              </a:rPr>
              <a:t> </a:t>
            </a:r>
            <a:r>
              <a:rPr spc="295" dirty="0">
                <a:solidFill>
                  <a:srgbClr val="61B4C5"/>
                </a:solidFill>
              </a:rPr>
              <a:t>A</a:t>
            </a:r>
            <a:r>
              <a:rPr spc="-240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  </a:t>
            </a:r>
            <a:r>
              <a:rPr spc="204" dirty="0">
                <a:solidFill>
                  <a:srgbClr val="61B4C5"/>
                </a:solidFill>
              </a:rPr>
              <a:t>B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295" dirty="0">
                <a:solidFill>
                  <a:srgbClr val="61B4C5"/>
                </a:solidFill>
              </a:rPr>
              <a:t>A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-195" dirty="0">
                <a:solidFill>
                  <a:srgbClr val="61B4C5"/>
                </a:solidFill>
              </a:rPr>
              <a:t>;</a:t>
            </a:r>
          </a:p>
          <a:p>
            <a:pPr marL="2650490" indent="-342900">
              <a:lnSpc>
                <a:spcPts val="2280"/>
              </a:lnSpc>
              <a:spcBef>
                <a:spcPts val="434"/>
              </a:spcBef>
              <a:buClr>
                <a:srgbClr val="F3F3F1"/>
              </a:buClr>
              <a:buFont typeface="Arial"/>
              <a:buChar char="•"/>
              <a:tabLst>
                <a:tab pos="2649855" algn="l"/>
                <a:tab pos="2650490" algn="l"/>
                <a:tab pos="3477895" algn="l"/>
                <a:tab pos="5299710" algn="l"/>
                <a:tab pos="5857875" algn="l"/>
                <a:tab pos="6812280" algn="l"/>
                <a:tab pos="8307070" algn="l"/>
                <a:tab pos="9399905" algn="l"/>
                <a:tab pos="10403840" algn="l"/>
              </a:tabLst>
            </a:pP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E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425" dirty="0">
                <a:solidFill>
                  <a:srgbClr val="61B4C5"/>
                </a:solidFill>
              </a:rPr>
              <a:t>X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R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C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40" dirty="0">
                <a:solidFill>
                  <a:srgbClr val="61B4C5"/>
                </a:solidFill>
              </a:rPr>
              <a:t>F	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	</a:t>
            </a:r>
            <a:r>
              <a:rPr spc="320" dirty="0">
                <a:solidFill>
                  <a:srgbClr val="61B4C5"/>
                </a:solidFill>
              </a:rPr>
              <a:t>C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C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280" dirty="0">
                <a:solidFill>
                  <a:srgbClr val="61B4C5"/>
                </a:solidFill>
              </a:rPr>
              <a:t>M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290" dirty="0">
                <a:solidFill>
                  <a:srgbClr val="61B4C5"/>
                </a:solidFill>
              </a:rPr>
              <a:t>U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	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95" dirty="0">
                <a:solidFill>
                  <a:srgbClr val="61B4C5"/>
                </a:solidFill>
              </a:rPr>
              <a:t>A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D	</a:t>
            </a:r>
            <a:r>
              <a:rPr spc="409" dirty="0">
                <a:solidFill>
                  <a:srgbClr val="61B4C5"/>
                </a:solidFill>
              </a:rPr>
              <a:t>TO</a:t>
            </a:r>
          </a:p>
          <a:p>
            <a:pPr marL="2650490">
              <a:lnSpc>
                <a:spcPts val="2160"/>
              </a:lnSpc>
              <a:tabLst>
                <a:tab pos="3020060" algn="l"/>
                <a:tab pos="5571490" algn="l"/>
                <a:tab pos="7143115" algn="l"/>
                <a:tab pos="7721600" algn="l"/>
                <a:tab pos="8903970" algn="l"/>
                <a:tab pos="10121265" algn="l"/>
              </a:tabLst>
            </a:pPr>
            <a:r>
              <a:rPr spc="295" dirty="0">
                <a:solidFill>
                  <a:srgbClr val="61B4C5"/>
                </a:solidFill>
              </a:rPr>
              <a:t>A	</a:t>
            </a:r>
            <a:r>
              <a:rPr spc="285" dirty="0">
                <a:solidFill>
                  <a:srgbClr val="61B4C5"/>
                </a:solidFill>
              </a:rPr>
              <a:t>G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400" dirty="0">
                <a:solidFill>
                  <a:srgbClr val="61B4C5"/>
                </a:solidFill>
              </a:rPr>
              <a:t>OV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35" dirty="0">
                <a:solidFill>
                  <a:srgbClr val="61B4C5"/>
                </a:solidFill>
              </a:rPr>
              <a:t>E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5" dirty="0">
                <a:solidFill>
                  <a:srgbClr val="61B4C5"/>
                </a:solidFill>
              </a:rPr>
              <a:t>R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85" dirty="0">
                <a:solidFill>
                  <a:srgbClr val="61B4C5"/>
                </a:solidFill>
              </a:rPr>
              <a:t>M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5" dirty="0">
                <a:solidFill>
                  <a:srgbClr val="61B4C5"/>
                </a:solidFill>
              </a:rPr>
              <a:t>E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	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85" dirty="0">
                <a:solidFill>
                  <a:srgbClr val="61B4C5"/>
                </a:solidFill>
              </a:rPr>
              <a:t>M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5" dirty="0">
                <a:solidFill>
                  <a:srgbClr val="61B4C5"/>
                </a:solidFill>
              </a:rPr>
              <a:t>E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D	</a:t>
            </a:r>
            <a:r>
              <a:rPr spc="210" dirty="0">
                <a:solidFill>
                  <a:srgbClr val="61B4C5"/>
                </a:solidFill>
              </a:rPr>
              <a:t>B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90" dirty="0">
                <a:solidFill>
                  <a:srgbClr val="61B4C5"/>
                </a:solidFill>
              </a:rPr>
              <a:t>Y	</a:t>
            </a:r>
            <a:r>
              <a:rPr spc="210" dirty="0">
                <a:solidFill>
                  <a:srgbClr val="61B4C5"/>
                </a:solidFill>
              </a:rPr>
              <a:t>B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95" dirty="0">
                <a:solidFill>
                  <a:srgbClr val="61B4C5"/>
                </a:solidFill>
              </a:rPr>
              <a:t>A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C	</a:t>
            </a:r>
            <a:r>
              <a:rPr spc="135" dirty="0">
                <a:solidFill>
                  <a:srgbClr val="61B4C5"/>
                </a:solidFill>
              </a:rPr>
              <a:t>R</a:t>
            </a:r>
            <a:r>
              <a:rPr spc="-275" dirty="0">
                <a:solidFill>
                  <a:srgbClr val="61B4C5"/>
                </a:solidFill>
              </a:rPr>
              <a:t> </a:t>
            </a:r>
            <a:r>
              <a:rPr spc="295" dirty="0">
                <a:solidFill>
                  <a:srgbClr val="61B4C5"/>
                </a:solidFill>
              </a:rPr>
              <a:t>U</a:t>
            </a:r>
            <a:r>
              <a:rPr spc="-220" dirty="0">
                <a:solidFill>
                  <a:srgbClr val="61B4C5"/>
                </a:solidFill>
              </a:rPr>
              <a:t> </a:t>
            </a:r>
            <a:r>
              <a:rPr spc="125" dirty="0">
                <a:solidFill>
                  <a:srgbClr val="61B4C5"/>
                </a:solidFill>
              </a:rPr>
              <a:t>L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35" dirty="0">
                <a:solidFill>
                  <a:srgbClr val="61B4C5"/>
                </a:solidFill>
              </a:rPr>
              <a:t>E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	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25" dirty="0">
                <a:solidFill>
                  <a:srgbClr val="61B4C5"/>
                </a:solidFill>
              </a:rPr>
              <a:t> </a:t>
            </a:r>
            <a:r>
              <a:rPr spc="40" dirty="0">
                <a:solidFill>
                  <a:srgbClr val="61B4C5"/>
                </a:solidFill>
              </a:rPr>
              <a:t>F</a:t>
            </a:r>
          </a:p>
          <a:p>
            <a:pPr marL="2650490">
              <a:lnSpc>
                <a:spcPts val="2280"/>
              </a:lnSpc>
              <a:tabLst>
                <a:tab pos="3477895" algn="l"/>
                <a:tab pos="6327775" algn="l"/>
                <a:tab pos="7214870" algn="l"/>
                <a:tab pos="9121775" algn="l"/>
              </a:tabLst>
            </a:pP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	</a:t>
            </a:r>
            <a:r>
              <a:rPr spc="320" dirty="0">
                <a:solidFill>
                  <a:srgbClr val="61B4C5"/>
                </a:solidFill>
              </a:rPr>
              <a:t>C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290" dirty="0">
                <a:solidFill>
                  <a:srgbClr val="61B4C5"/>
                </a:solidFill>
              </a:rPr>
              <a:t>U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345" dirty="0">
                <a:solidFill>
                  <a:srgbClr val="61B4C5"/>
                </a:solidFill>
              </a:rPr>
              <a:t>O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	</a:t>
            </a:r>
            <a:r>
              <a:rPr spc="295" dirty="0">
                <a:solidFill>
                  <a:srgbClr val="61B4C5"/>
                </a:solidFill>
              </a:rPr>
              <a:t>A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20" dirty="0">
                <a:solidFill>
                  <a:srgbClr val="61B4C5"/>
                </a:solidFill>
              </a:rPr>
              <a:t>D	C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00" dirty="0">
                <a:solidFill>
                  <a:srgbClr val="61B4C5"/>
                </a:solidFill>
              </a:rPr>
              <a:t> </a:t>
            </a:r>
            <a:r>
              <a:rPr spc="275" dirty="0">
                <a:solidFill>
                  <a:srgbClr val="61B4C5"/>
                </a:solidFill>
              </a:rPr>
              <a:t>Z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30" dirty="0">
                <a:solidFill>
                  <a:srgbClr val="61B4C5"/>
                </a:solidFill>
              </a:rPr>
              <a:t>E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355" dirty="0">
                <a:solidFill>
                  <a:srgbClr val="61B4C5"/>
                </a:solidFill>
              </a:rPr>
              <a:t>N</a:t>
            </a:r>
            <a:r>
              <a:rPr spc="-204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</a:t>
            </a:r>
            <a:r>
              <a:rPr spc="-140" dirty="0">
                <a:solidFill>
                  <a:srgbClr val="61B4C5"/>
                </a:solidFill>
              </a:rPr>
              <a:t> </a:t>
            </a:r>
            <a:r>
              <a:rPr spc="-195" dirty="0">
                <a:solidFill>
                  <a:srgbClr val="61B4C5"/>
                </a:solidFill>
              </a:rPr>
              <a:t>’	</a:t>
            </a:r>
            <a:r>
              <a:rPr spc="130" dirty="0">
                <a:solidFill>
                  <a:srgbClr val="61B4C5"/>
                </a:solidFill>
              </a:rPr>
              <a:t>R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110" dirty="0">
                <a:solidFill>
                  <a:srgbClr val="61B4C5"/>
                </a:solidFill>
              </a:rPr>
              <a:t>I</a:t>
            </a:r>
            <a:r>
              <a:rPr spc="-210" dirty="0">
                <a:solidFill>
                  <a:srgbClr val="61B4C5"/>
                </a:solidFill>
              </a:rPr>
              <a:t> </a:t>
            </a:r>
            <a:r>
              <a:rPr spc="285" dirty="0">
                <a:solidFill>
                  <a:srgbClr val="61B4C5"/>
                </a:solidFill>
              </a:rPr>
              <a:t>G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300" dirty="0">
                <a:solidFill>
                  <a:srgbClr val="61B4C5"/>
                </a:solidFill>
              </a:rPr>
              <a:t>H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215" dirty="0">
                <a:solidFill>
                  <a:srgbClr val="61B4C5"/>
                </a:solidFill>
              </a:rPr>
              <a:t>T</a:t>
            </a:r>
            <a:r>
              <a:rPr spc="-220" dirty="0">
                <a:solidFill>
                  <a:srgbClr val="61B4C5"/>
                </a:solidFill>
              </a:rPr>
              <a:t> </a:t>
            </a:r>
            <a:r>
              <a:rPr spc="185" dirty="0">
                <a:solidFill>
                  <a:srgbClr val="61B4C5"/>
                </a:solidFill>
              </a:rPr>
              <a:t>S</a:t>
            </a:r>
            <a:r>
              <a:rPr spc="-215" dirty="0">
                <a:solidFill>
                  <a:srgbClr val="61B4C5"/>
                </a:solidFill>
              </a:rPr>
              <a:t> </a:t>
            </a:r>
            <a:r>
              <a:rPr spc="-195" dirty="0">
                <a:solidFill>
                  <a:srgbClr val="61B4C5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1014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Impact</vt:lpstr>
      <vt:lpstr>Trebuchet MS</vt:lpstr>
      <vt:lpstr>Office Theme</vt:lpstr>
      <vt:lpstr>C H A L L E N G E S  T O D E M O C R A C Y</vt:lpstr>
      <vt:lpstr>M A I N C H A L L E N G  E S T O D E M O C R A C Y :</vt:lpstr>
      <vt:lpstr>WHAT IS A CHALLENGE?</vt:lpstr>
      <vt:lpstr>FOUNDATIONAL CHALLENGE</vt:lpstr>
      <vt:lpstr>CHALLENGE OF EXPANSION</vt:lpstr>
      <vt:lpstr>DEEPENING OF DEMOCRACY</vt:lpstr>
      <vt:lpstr>POLITICAL REFORMS</vt:lpstr>
      <vt:lpstr>R E D E F I N I N G D E M O C R A C 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Challenges to Democracy</dc:title>
  <dc:creator>ABC</dc:creator>
  <cp:lastModifiedBy>devyanigautam1371@outlook.com</cp:lastModifiedBy>
  <cp:revision>3</cp:revision>
  <dcterms:created xsi:type="dcterms:W3CDTF">2020-06-29T07:20:20Z</dcterms:created>
  <dcterms:modified xsi:type="dcterms:W3CDTF">2026-04-16T06:13:11Z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2019-06-12T00:00:00Z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2020-06-29T00:00:00Z</vt:filetime>
  </property>
</Properties>
</file>
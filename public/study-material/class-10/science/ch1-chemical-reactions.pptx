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27"/>
  </p:notesMasterIdLst>
  <p:sldIdLst>
    <p:sldId id="257" r:id="rId2"/>
    <p:sldId id="275" r:id="rId3"/>
    <p:sldId id="278" r:id="rId4"/>
    <p:sldId id="276" r:id="rId5"/>
    <p:sldId id="277" r:id="rId6"/>
    <p:sldId id="258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80" r:id="rId16"/>
    <p:sldId id="259" r:id="rId17"/>
    <p:sldId id="281" r:id="rId18"/>
    <p:sldId id="260" r:id="rId19"/>
    <p:sldId id="282" r:id="rId20"/>
    <p:sldId id="261" r:id="rId21"/>
    <p:sldId id="262" r:id="rId22"/>
    <p:sldId id="271" r:id="rId23"/>
    <p:sldId id="272" r:id="rId24"/>
    <p:sldId id="274" r:id="rId25"/>
    <p:sldId id="27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35" d="100"/>
          <a:sy n="35" d="100"/>
        </p:scale>
        <p:origin x="2274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51459-2B65-4DA3-889F-84827071AA6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E57895-064E-4C5A-A45A-4472DBB36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74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E57895-064E-4C5A-A45A-4472DBB367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841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B773C-1B7B-4D7D-80DD-66FD1ECE5CE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8CA9-22E5-466D-AAD6-C65EDB04297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740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B773C-1B7B-4D7D-80DD-66FD1ECE5CE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8CA9-22E5-466D-AAD6-C65EDB042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79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B773C-1B7B-4D7D-80DD-66FD1ECE5CE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8CA9-22E5-466D-AAD6-C65EDB04297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439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B773C-1B7B-4D7D-80DD-66FD1ECE5CE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8CA9-22E5-466D-AAD6-C65EDB042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23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B773C-1B7B-4D7D-80DD-66FD1ECE5CE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8CA9-22E5-466D-AAD6-C65EDB042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80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B773C-1B7B-4D7D-80DD-66FD1ECE5CE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8CA9-22E5-466D-AAD6-C65EDB042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499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B773C-1B7B-4D7D-80DD-66FD1ECE5CE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8CA9-22E5-466D-AAD6-C65EDB042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21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15B773C-1B7B-4D7D-80DD-66FD1ECE5CE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7C8CA9-22E5-466D-AAD6-C65EDB042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3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B773C-1B7B-4D7D-80DD-66FD1ECE5CE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8CA9-22E5-466D-AAD6-C65EDB042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62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B773C-1B7B-4D7D-80DD-66FD1ECE5CE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8CA9-22E5-466D-AAD6-C65EDB042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85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B773C-1B7B-4D7D-80DD-66FD1ECE5CE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C8CA9-22E5-466D-AAD6-C65EDB042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41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15B773C-1B7B-4D7D-80DD-66FD1ECE5CE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37C8CA9-22E5-466D-AAD6-C65EDB04297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727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5691" y="32211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53143" y="561703"/>
            <a:ext cx="111164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Chemical Reaction</a:t>
            </a:r>
          </a:p>
          <a:p>
            <a:endParaRPr lang="en-US" sz="3600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It is a process in which one or more substances are formed as new substances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And it cannot be reversed by physical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8982" y="4675909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853444" y="3552524"/>
            <a:ext cx="446468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Chemical reaction involves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Change in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Change in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colour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Change in 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Evolution of gas</a:t>
            </a:r>
          </a:p>
        </p:txBody>
      </p:sp>
    </p:spTree>
    <p:extLst>
      <p:ext uri="{BB962C8B-B14F-4D97-AF65-F5344CB8AC3E}">
        <p14:creationId xmlns:p14="http://schemas.microsoft.com/office/powerpoint/2010/main" val="2042205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n the given experiment, on heating lead nitrate powder in a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548" y="1044836"/>
            <a:ext cx="5330825" cy="376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8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i.pinimg.com/originals/a9/c9/e2/a9c9e2a44fc7a1ec870752c3ae303d2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46" y="454297"/>
            <a:ext cx="10863385" cy="522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6390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xperiments on Properties of Acids-Bases - CBSE Class 10 Science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23" y="890147"/>
            <a:ext cx="10489900" cy="456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0417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031" y="612530"/>
            <a:ext cx="7029938" cy="527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601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44880" y="980308"/>
            <a:ext cx="999605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Chemical Reactions happen in our daily life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                          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Digestion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of food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Respiration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Rusting of iron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Formation of curd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Burning of wood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Burning of fuel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41241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94063" y="824148"/>
            <a:ext cx="1009224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Reactants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: The substances which take part in chemical reaction are        called reactants</a:t>
            </a:r>
          </a:p>
          <a:p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The substances which are formed during chemical reaction are called products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Magnesium burns in air gives Magnesium oxide</a:t>
            </a:r>
            <a:r>
              <a:rPr lang="en-US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Magnesium + Oxygen(air) --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Magnesium oxide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Reactants- Magnesium and Air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Product- Magnesium oxide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41731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0926" y="294508"/>
            <a:ext cx="1012930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</a:t>
            </a:r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Chemical Equation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chemical reaction can be represented by a chemical equation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involves use of symbols of substances of reactants and products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ith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mention of their physical states.</a:t>
            </a:r>
          </a:p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Magnesium ribbon burns in oxygen ( air ) gives Magnesium oxide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Mg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(s)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+ 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2(g)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------------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MgO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(s)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                                                                               Solid –(s)                         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                                                                              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Iiquid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-(l)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                                                                                Gas-(g)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                                                                               Aqueous-(aq)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                  Aqueous solution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It is solution in which water is solvent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302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1981" y="771896"/>
            <a:ext cx="8188036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need of balancing a chemical Equation?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Law of Conservation of Mass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: It states that matter can neither be created nor be destroyed during a chemical reaction.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So the number of elements ( atoms ) involved in a chemical reaction should be same on reactants side and product side</a:t>
            </a:r>
          </a:p>
        </p:txBody>
      </p:sp>
    </p:spTree>
    <p:extLst>
      <p:ext uri="{BB962C8B-B14F-4D97-AF65-F5344CB8AC3E}">
        <p14:creationId xmlns:p14="http://schemas.microsoft.com/office/powerpoint/2010/main" val="3236903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3252" y="836023"/>
            <a:ext cx="8916587" cy="2734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balance a Chemical Reaction?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Fe + H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 --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Fe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H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   </a:t>
            </a:r>
            <a:r>
              <a:rPr lang="en-U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Fe   + </a:t>
            </a:r>
            <a:r>
              <a:rPr lang="en-U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H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  --- Fe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</a:t>
            </a:r>
            <a:r>
              <a:rPr lang="en-U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868131"/>
              </p:ext>
            </p:extLst>
          </p:nvPr>
        </p:nvGraphicFramePr>
        <p:xfrm>
          <a:off x="3866143" y="3570780"/>
          <a:ext cx="8127999" cy="1972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68931373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883438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79314231"/>
                    </a:ext>
                  </a:extLst>
                </a:gridCol>
              </a:tblGrid>
              <a:tr h="488039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713562"/>
                  </a:ext>
                </a:extLst>
              </a:tr>
              <a:tr h="49481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x </a:t>
                      </a:r>
                      <a:endParaRPr lang="en-US" dirty="0">
                        <a:solidFill>
                          <a:srgbClr val="00B0F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705069"/>
                  </a:ext>
                </a:extLst>
              </a:tr>
              <a:tr h="49481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x </a:t>
                      </a:r>
                      <a:endParaRPr lang="en-US" dirty="0">
                        <a:solidFill>
                          <a:srgbClr val="00B0F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x </a:t>
                      </a:r>
                      <a:endParaRPr lang="en-US" dirty="0">
                        <a:solidFill>
                          <a:srgbClr val="00B0F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621837"/>
                  </a:ext>
                </a:extLst>
              </a:tr>
              <a:tr h="49481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1x </a:t>
                      </a:r>
                      <a:endParaRPr lang="en-US" dirty="0">
                        <a:solidFill>
                          <a:srgbClr val="00B0F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480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3029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0" y="143692"/>
            <a:ext cx="7793182" cy="6306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Chemical Reactions</a:t>
            </a:r>
          </a:p>
          <a:p>
            <a:pPr marL="342900" indent="-342900"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Combination Reactions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2. Decomposition Reactions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3. Displacement Reactions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4. Double Displacement Reactions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5. Precipitation Reactions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6. Redox Reactions</a:t>
            </a:r>
          </a:p>
          <a:p>
            <a:pPr marL="342900" indent="-342900">
              <a:buAutoNum type="arabi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49609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84962" y="247055"/>
            <a:ext cx="9185564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Combination Reactions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These are the reactions in which two or more substances combine to form a single product.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A + B ---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AB</a:t>
            </a:r>
            <a:endParaRPr lang="en-US" sz="2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400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Addition of water to quick lime</a:t>
            </a:r>
            <a:endParaRPr lang="en-US" sz="2400" u="sng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+ H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 ---------------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Ca(OH)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400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Burning of Coal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C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(s)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2(g)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--- CO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2(g)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400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Formation of Water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H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2(g)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+ 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2(g)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--- H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282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81646" y="135973"/>
            <a:ext cx="8416637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Decomposition Reactions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These are the reactions in which a single substance breaks down into two or more substances.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AB-------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A + B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Decomposition can be effected by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Heat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 Thermal decomposition)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Electricity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 Electrolysis)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Light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(Photolysis)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629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18955" y="166255"/>
            <a:ext cx="9476509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Decomposition by Heat (Thermal Decomposition)</a:t>
            </a:r>
          </a:p>
          <a:p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Decomposition of Ferrous sulphate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Heat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2FeSO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4(s)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---------------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Fe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3(s)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SO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2(g)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+ SO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3(g)</a:t>
            </a:r>
          </a:p>
          <a:p>
            <a:r>
              <a:rPr lang="en-US" sz="2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(green)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                         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(red)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mell of burned Sulphur)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Decomposition of Lead nitrate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              Heat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2Pb(NO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--------------------- 2PbO  +  4 NO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+  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                                                      </a:t>
            </a:r>
            <a:r>
              <a:rPr lang="en-US" sz="2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 brown fumes)</a:t>
            </a:r>
            <a:endParaRPr lang="en-US" sz="20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746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ecomposition reaction of lead nitrate class 10 | Decomposition of ..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28"/>
          <a:stretch>
            <a:fillRect/>
          </a:stretch>
        </p:blipFill>
        <p:spPr bwMode="auto">
          <a:xfrm>
            <a:off x="1318168" y="388733"/>
            <a:ext cx="9889093" cy="5699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627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12175" y="1012371"/>
            <a:ext cx="806334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Decomposition by Electricity ( Electrolysis)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Decomposition of Water (Electrolysis of water)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Electricity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(l)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--------------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H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2(g)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2(g)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and 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formed in the ratio 2:1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138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ecomposition Reactions ( Read ) | Chemistry | CK-12 Found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985" y="0"/>
            <a:ext cx="8822117" cy="6387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1197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29395" y="875211"/>
            <a:ext cx="939338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Decomposition by Light ( Photolysis)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Silver chloride exposed to sunlight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sunlight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2AgCl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(s)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-------------------------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 2Ag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(s)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+ Cl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2(g)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white                                            grey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            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Photosynthesis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               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sunlight</a:t>
            </a:r>
          </a:p>
          <a:p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6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+ 6H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  --   C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6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6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+ 6O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endParaRPr lang="en-US" sz="28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672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ecomposition Reaction – Site Tit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891" y="482037"/>
            <a:ext cx="4480560" cy="4142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PHOTOSYNTHESIS Light and Dark Reaction song - ppt downlo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473" y="930796"/>
            <a:ext cx="5291636" cy="396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098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22318" y="213161"/>
            <a:ext cx="845820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latin typeface="Arial" panose="020B0604020202020204" pitchFamily="34" charset="0"/>
                <a:cs typeface="Arial" panose="020B0604020202020204" pitchFamily="34" charset="0"/>
              </a:rPr>
              <a:t>Displacement Reactions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These are the reactions in which a more reactive element displace a less reactive element from its solution.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Fe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(s)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+ CuSO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4(aq)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----------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FeSO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4(aq)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+ Cu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(s)</a:t>
            </a:r>
            <a:endParaRPr lang="en-US" sz="28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810" y="2676973"/>
            <a:ext cx="8347166" cy="3474720"/>
          </a:xfrm>
          <a:prstGeom prst="rect">
            <a:avLst/>
          </a:prstGeom>
          <a:noFill/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49557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7726" y="261257"/>
            <a:ext cx="10794274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Double Displacement Reactions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These are the reactions in which new compounds are formed by the mutual exchange of ions between two compounds.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4(aq)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+ BaCl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2(aq)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----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BaSO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4(aq)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+  2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NaCl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(aq)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(sodium Sulphate)  (Barium Chloride)     (Barium sulphate)  (Sodium chloride)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                                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(precipitate-white)</a:t>
            </a:r>
          </a:p>
          <a:p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Precipitate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-It is an insoluble substance formed.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Pb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(NO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+   2 KI  ----        PbI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+          2 KNO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     (lead nitrate)       (potassium iodide)         (lead iodide) 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(potassium nitrate)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                                            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( yello</a:t>
            </a:r>
            <a:r>
              <a:rPr lang="en-US" sz="2000" dirty="0">
                <a:sym typeface="Wingdings" panose="05000000000000000000" pitchFamily="2" charset="2"/>
              </a:rPr>
              <a:t>w </a:t>
            </a:r>
            <a:r>
              <a:rPr lang="en-US" sz="2000" dirty="0" err="1">
                <a:sym typeface="Wingdings" panose="05000000000000000000" pitchFamily="2" charset="2"/>
              </a:rPr>
              <a:t>ppt</a:t>
            </a:r>
            <a:r>
              <a:rPr lang="en-US" sz="2000" dirty="0">
                <a:sym typeface="Wingdings" panose="05000000000000000000" pitchFamily="2" charset="2"/>
              </a:rPr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43492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7075" y="0"/>
            <a:ext cx="10413473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Redox Reactions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Reactions in which oxidation and Reduction together takes place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Oxidation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Addition of oxygen or removal of hydrogen from a substance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2Cu + O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----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2CuO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Reduction</a:t>
            </a:r>
            <a:r>
              <a:rPr lang="en-US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:Removal of oxygen or addition of hydrogen to a substance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                   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CuO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+ H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---- Cu + H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</a:t>
            </a:r>
            <a:r>
              <a:rPr lang="en-US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RED</a:t>
            </a:r>
            <a:r>
              <a:rPr lang="en-US"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uction</a:t>
            </a:r>
            <a:r>
              <a:rPr lang="en-US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Ox</a:t>
            </a:r>
            <a:r>
              <a:rPr lang="en-US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idation =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REDOX</a:t>
            </a:r>
            <a:r>
              <a:rPr lang="en-US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reaction</a:t>
            </a:r>
          </a:p>
          <a:p>
            <a:endParaRPr lang="en-US" sz="2800" dirty="0">
              <a:solidFill>
                <a:srgbClr val="92D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0415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11236" y="880555"/>
            <a:ext cx="962198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Oxidation in Daily Life</a:t>
            </a:r>
          </a:p>
          <a:p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u="sng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i)Corrosion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Destruction of a metal by the action of environmental conditions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Rusting of iron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(Hydrated ferric oxide)</a:t>
            </a:r>
          </a:p>
          <a:p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Tarnishing of silver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 formation of black coating on silver )</a:t>
            </a:r>
          </a:p>
          <a:p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Verdigris on copper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 Green coating on copper)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u="sng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(ii) Rancidity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oxidation of fats and oils when exposed to air is known as rancidity . It leads to bad smell and bad taste of food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2492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5555" y="195941"/>
            <a:ext cx="1045028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Exothermic Reactions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:These are the reactions  which take place with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the </a:t>
            </a:r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liberation of energy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is liberated.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 : </a:t>
            </a:r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Burning of Coal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C (s) +  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(g) ----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CO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(g) + heat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Burning of Natural gas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CH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4(g)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+ 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2(g)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-----------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CO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2(g)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H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(g)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+ heat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</a:t>
            </a:r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Respiration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   C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6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6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(aq)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 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2(g)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----- CO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2(g)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+ H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(l)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energy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Endothermic Reactions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:These are the reactions which takes place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             with the </a:t>
            </a:r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absorption of energy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                    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heat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CaCO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3(s)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-----------------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CaO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(s)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+ CO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2(g)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                     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light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   2AgCl (s)  --------------  2 Ag(s)  + Cl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(g)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9140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5918" y="2967335"/>
            <a:ext cx="36601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597527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366</TotalTime>
  <Words>1062</Words>
  <Application>Microsoft Office PowerPoint</Application>
  <PresentationFormat>Widescreen</PresentationFormat>
  <Paragraphs>201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Chemical reactions and Equations </dc:title>
  <dc:creator>SAM</dc:creator>
  <cp:lastModifiedBy>devyanigautam1371@outlook.com</cp:lastModifiedBy>
  <cp:revision>55</cp:revision>
  <dcterms:created xsi:type="dcterms:W3CDTF">2020-07-01T16:12:03Z</dcterms:created>
  <dcterms:modified xsi:type="dcterms:W3CDTF">2026-04-13T12:21:22Z</dcterms:modified>
</cp:coreProperties>
</file>